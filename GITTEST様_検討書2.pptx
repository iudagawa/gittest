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5" r:id="rId1"/>
  </p:sldMasterIdLst>
  <p:notesMasterIdLst>
    <p:notesMasterId r:id="rId13"/>
  </p:notesMasterIdLst>
  <p:sldIdLst>
    <p:sldId id="478" r:id="rId2"/>
    <p:sldId id="533" r:id="rId3"/>
    <p:sldId id="525" r:id="rId4"/>
    <p:sldId id="520" r:id="rId5"/>
    <p:sldId id="530" r:id="rId6"/>
    <p:sldId id="532" r:id="rId7"/>
    <p:sldId id="527" r:id="rId8"/>
    <p:sldId id="528" r:id="rId9"/>
    <p:sldId id="526" r:id="rId10"/>
    <p:sldId id="534" r:id="rId11"/>
    <p:sldId id="535" r:id="rId12"/>
  </p:sldIdLst>
  <p:sldSz cx="9906000" cy="6858000" type="A4"/>
  <p:notesSz cx="6735763" cy="9866313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00"/>
    <a:srgbClr val="0000FF"/>
    <a:srgbClr val="99FFCC"/>
    <a:srgbClr val="39775F"/>
    <a:srgbClr val="FF6600"/>
    <a:srgbClr val="316551"/>
    <a:srgbClr val="3333FF"/>
    <a:srgbClr val="0066FF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8603FDC-E32A-4AB5-989C-0864C3EAD2B8}" styleName="テーマ スタイル 2 - アクセント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中間スタイル 1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2833802-FEF1-4C79-8D5D-14CF1EAF98D9}" styleName="淡色スタイル 2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スタイル (中間)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E171933-4619-4E11-9A3F-F7608DF75F80}" styleName="中間スタイル 1 - アクセント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中間スタイル 1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中間スタイル 1 - アクセント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中間スタイル 1 - アクセント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C4B1156A-380E-4F78-BDF5-A606A8083BF9}" styleName="中間スタイル 4 - アクセント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39" autoAdjust="0"/>
    <p:restoredTop sz="96015" autoAdjust="0"/>
  </p:normalViewPr>
  <p:slideViewPr>
    <p:cSldViewPr>
      <p:cViewPr varScale="1">
        <p:scale>
          <a:sx n="117" d="100"/>
          <a:sy n="117" d="100"/>
        </p:scale>
        <p:origin x="372" y="96"/>
      </p:cViewPr>
      <p:guideLst>
        <p:guide orient="horz" pos="2160"/>
        <p:guide pos="3120"/>
      </p:guideLst>
    </p:cSldViewPr>
  </p:slideViewPr>
  <p:outlineViewPr>
    <p:cViewPr>
      <p:scale>
        <a:sx n="75" d="100"/>
        <a:sy n="7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18831" cy="493316"/>
          </a:xfrm>
          <a:prstGeom prst="rect">
            <a:avLst/>
          </a:prstGeom>
        </p:spPr>
        <p:txBody>
          <a:bodyPr vert="horz" lIns="90601" tIns="45301" rIns="90601" bIns="45301" rtlCol="0"/>
          <a:lstStyle>
            <a:lvl1pPr algn="l">
              <a:defRPr sz="11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15377" y="0"/>
            <a:ext cx="2918831" cy="493316"/>
          </a:xfrm>
          <a:prstGeom prst="rect">
            <a:avLst/>
          </a:prstGeom>
        </p:spPr>
        <p:txBody>
          <a:bodyPr vert="horz" lIns="90601" tIns="45301" rIns="90601" bIns="45301" rtlCol="0"/>
          <a:lstStyle>
            <a:lvl1pPr algn="r">
              <a:defRPr sz="1100"/>
            </a:lvl1pPr>
          </a:lstStyle>
          <a:p>
            <a:fld id="{86D157D8-DAAE-4360-9B17-EF3B8075DC7E}" type="datetimeFigureOut">
              <a:rPr kumimoji="1" lang="ja-JP" altLang="en-US" smtClean="0"/>
              <a:pPr/>
              <a:t>2022/1/13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696913" y="741363"/>
            <a:ext cx="5341937" cy="36988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601" tIns="45301" rIns="90601" bIns="45301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73577" y="4686500"/>
            <a:ext cx="5388610" cy="4439841"/>
          </a:xfrm>
          <a:prstGeom prst="rect">
            <a:avLst/>
          </a:prstGeom>
        </p:spPr>
        <p:txBody>
          <a:bodyPr vert="horz" lIns="90601" tIns="45301" rIns="90601" bIns="45301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1" y="9371285"/>
            <a:ext cx="2918831" cy="493316"/>
          </a:xfrm>
          <a:prstGeom prst="rect">
            <a:avLst/>
          </a:prstGeom>
        </p:spPr>
        <p:txBody>
          <a:bodyPr vert="horz" lIns="90601" tIns="45301" rIns="90601" bIns="45301" rtlCol="0" anchor="b"/>
          <a:lstStyle>
            <a:lvl1pPr algn="l">
              <a:defRPr sz="11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15377" y="9371285"/>
            <a:ext cx="2918831" cy="493316"/>
          </a:xfrm>
          <a:prstGeom prst="rect">
            <a:avLst/>
          </a:prstGeom>
        </p:spPr>
        <p:txBody>
          <a:bodyPr vert="horz" lIns="90601" tIns="45301" rIns="90601" bIns="45301" rtlCol="0" anchor="b"/>
          <a:lstStyle>
            <a:lvl1pPr algn="r">
              <a:defRPr sz="1100"/>
            </a:lvl1pPr>
          </a:lstStyle>
          <a:p>
            <a:fld id="{0AC1C27D-9F38-43B1-B2B9-24BAACE96920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1795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0E7F8C-B4EB-4E9E-9047-AD4A85A14216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ChangeArrowheads="1"/>
          </p:cNvSpPr>
          <p:nvPr/>
        </p:nvSpPr>
        <p:spPr bwMode="auto">
          <a:xfrm>
            <a:off x="0" y="0"/>
            <a:ext cx="9906000" cy="503238"/>
          </a:xfrm>
          <a:prstGeom prst="rect">
            <a:avLst/>
          </a:prstGeom>
          <a:solidFill>
            <a:srgbClr val="0041C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97283" name="Line 3"/>
          <p:cNvSpPr>
            <a:spLocks noChangeShapeType="1"/>
          </p:cNvSpPr>
          <p:nvPr/>
        </p:nvSpPr>
        <p:spPr bwMode="auto">
          <a:xfrm>
            <a:off x="357717" y="6413500"/>
            <a:ext cx="9161331" cy="0"/>
          </a:xfrm>
          <a:prstGeom prst="line">
            <a:avLst/>
          </a:prstGeom>
          <a:noFill/>
          <a:ln w="9525">
            <a:solidFill>
              <a:srgbClr val="313231"/>
            </a:solidFill>
            <a:round/>
            <a:headEnd/>
            <a:tailEnd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4"/>
          </p:nvPr>
        </p:nvSpPr>
        <p:spPr>
          <a:xfrm>
            <a:off x="3577704" y="6448252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0E7F8C-B4EB-4E9E-9047-AD4A85A14216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3" name="正方形/長方形 2"/>
          <p:cNvSpPr/>
          <p:nvPr userDrawn="1"/>
        </p:nvSpPr>
        <p:spPr>
          <a:xfrm>
            <a:off x="8193360" y="6433520"/>
            <a:ext cx="1008112" cy="360040"/>
          </a:xfrm>
          <a:prstGeom prst="rect">
            <a:avLst/>
          </a:prstGeom>
          <a:noFill/>
          <a:ln w="190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1600" b="1" dirty="0">
                <a:solidFill>
                  <a:srgbClr val="3333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ＰＨＣ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ransition>
    <p:fade/>
  </p:transition>
  <p:hf hdr="0" ftr="0" dt="0"/>
  <p:txStyles>
    <p:titleStyle>
      <a:lvl1pPr algn="l" rtl="0" fontAlgn="base">
        <a:spcBef>
          <a:spcPct val="0"/>
        </a:spcBef>
        <a:spcAft>
          <a:spcPct val="0"/>
        </a:spcAft>
        <a:defRPr kumimoji="1" sz="2800">
          <a:solidFill>
            <a:schemeClr val="bg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2800">
          <a:solidFill>
            <a:schemeClr val="bg1"/>
          </a:solidFill>
          <a:latin typeface="Arial" charset="0"/>
          <a:ea typeface="ＭＳ Ｐゴシック" charset="-128"/>
        </a:defRPr>
      </a:lvl2pPr>
      <a:lvl3pPr algn="l" rtl="0" fontAlgn="base">
        <a:spcBef>
          <a:spcPct val="0"/>
        </a:spcBef>
        <a:spcAft>
          <a:spcPct val="0"/>
        </a:spcAft>
        <a:defRPr kumimoji="1" sz="2800">
          <a:solidFill>
            <a:schemeClr val="bg1"/>
          </a:solidFill>
          <a:latin typeface="Arial" charset="0"/>
          <a:ea typeface="ＭＳ Ｐゴシック" charset="-128"/>
        </a:defRPr>
      </a:lvl3pPr>
      <a:lvl4pPr algn="l" rtl="0" fontAlgn="base">
        <a:spcBef>
          <a:spcPct val="0"/>
        </a:spcBef>
        <a:spcAft>
          <a:spcPct val="0"/>
        </a:spcAft>
        <a:defRPr kumimoji="1" sz="2800">
          <a:solidFill>
            <a:schemeClr val="bg1"/>
          </a:solidFill>
          <a:latin typeface="Arial" charset="0"/>
          <a:ea typeface="ＭＳ Ｐゴシック" charset="-128"/>
        </a:defRPr>
      </a:lvl4pPr>
      <a:lvl5pPr algn="l" rtl="0" fontAlgn="base">
        <a:spcBef>
          <a:spcPct val="0"/>
        </a:spcBef>
        <a:spcAft>
          <a:spcPct val="0"/>
        </a:spcAft>
        <a:defRPr kumimoji="1" sz="2800">
          <a:solidFill>
            <a:schemeClr val="bg1"/>
          </a:solidFill>
          <a:latin typeface="Arial" charset="0"/>
          <a:ea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2800">
          <a:solidFill>
            <a:schemeClr val="bg1"/>
          </a:solidFill>
          <a:latin typeface="Arial" charset="0"/>
          <a:ea typeface="ＭＳ Ｐゴシック" charset="-128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2800">
          <a:solidFill>
            <a:schemeClr val="bg1"/>
          </a:solidFill>
          <a:latin typeface="Arial" charset="0"/>
          <a:ea typeface="ＭＳ Ｐゴシック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2800">
          <a:solidFill>
            <a:schemeClr val="bg1"/>
          </a:solidFill>
          <a:latin typeface="Arial" charset="0"/>
          <a:ea typeface="ＭＳ Ｐゴシック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2800">
          <a:solidFill>
            <a:schemeClr val="bg1"/>
          </a:solidFill>
          <a:latin typeface="Arial" charset="0"/>
          <a:ea typeface="ＭＳ Ｐゴシック" charset="-128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064568" y="1196752"/>
            <a:ext cx="7632848" cy="2232248"/>
          </a:xfr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　</a:t>
            </a:r>
            <a:br>
              <a:rPr kumimoji="1" lang="en-US" altLang="ja-JP" sz="32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kumimoji="1" lang="ja-JP" altLang="en-US" sz="32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ＬＳＩメディエンス（株）　様</a:t>
            </a:r>
            <a:br>
              <a:rPr kumimoji="1" lang="en-US" altLang="ja-JP" sz="32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32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診断薬　Ｒ＆Ｄセンター</a:t>
            </a:r>
            <a:br>
              <a:rPr lang="en-US" altLang="ja-JP" sz="32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（</a:t>
            </a:r>
            <a:r>
              <a:rPr lang="en-US" altLang="ja-JP" dirty="0" err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LabAlert</a:t>
            </a:r>
            <a:r>
              <a:rPr lang="en-US" alt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ja-JP" altLang="en-US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検討案）</a:t>
            </a:r>
            <a:br>
              <a:rPr lang="en-US" alt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（</a:t>
            </a:r>
            <a:r>
              <a:rPr lang="en-US" alt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Ver1.0</a:t>
            </a:r>
            <a:r>
              <a:rPr lang="ja-JP" altLang="en-US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  <a:br>
              <a:rPr lang="en-US" alt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endParaRPr kumimoji="1" lang="ja-JP" altLang="en-US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AC8F94CF-FDC7-45BF-80CB-8BC97B53F141}"/>
              </a:ext>
            </a:extLst>
          </p:cNvPr>
          <p:cNvSpPr txBox="1">
            <a:spLocks/>
          </p:cNvSpPr>
          <p:nvPr/>
        </p:nvSpPr>
        <p:spPr>
          <a:xfrm>
            <a:off x="1065631" y="3429000"/>
            <a:ext cx="7632848" cy="2736304"/>
          </a:xfrm>
          <a:prstGeom prst="rect">
            <a:avLst/>
          </a:prstGeom>
          <a:ln>
            <a:noFill/>
          </a:ln>
        </p:spPr>
        <p:txBody>
          <a:bodyPr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ja-JP" altLang="en-US" sz="2000" kern="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（変更履歴）</a:t>
            </a:r>
            <a:endParaRPr lang="en-US" altLang="ja-JP" sz="2000" kern="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US" altLang="ja-JP" sz="1800" kern="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  2020.1.28 </a:t>
            </a:r>
            <a:r>
              <a:rPr lang="ja-JP" altLang="en-US" sz="1800" kern="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現場確認</a:t>
            </a:r>
            <a:endParaRPr lang="en-US" altLang="ja-JP" sz="1800" kern="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800" kern="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 </a:t>
            </a:r>
            <a:endParaRPr lang="en-US" altLang="ja-JP" sz="1800" kern="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US" altLang="ja-JP" sz="1800" kern="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  </a:t>
            </a:r>
            <a:endParaRPr lang="en-US" altLang="ja-JP" sz="1800" kern="0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br>
              <a:rPr lang="en-US" altLang="ja-JP" kern="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endParaRPr lang="ja-JP" altLang="en-US" kern="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1671067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10E9E035-8C6B-44E7-9E17-37F7EDE00F6F}"/>
              </a:ext>
            </a:extLst>
          </p:cNvPr>
          <p:cNvSpPr/>
          <p:nvPr/>
        </p:nvSpPr>
        <p:spPr>
          <a:xfrm>
            <a:off x="4448944" y="5976879"/>
            <a:ext cx="720080" cy="43204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入口</a:t>
            </a:r>
            <a:endParaRPr kumimoji="1" lang="ja-JP" alt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正方形/長方形 6"/>
          <p:cNvSpPr/>
          <p:nvPr/>
        </p:nvSpPr>
        <p:spPr>
          <a:xfrm>
            <a:off x="0" y="13127"/>
            <a:ext cx="9906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/>
            <a:r>
              <a:rPr lang="ja-JP" altLang="en-US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①　フリーザー室　</a:t>
            </a:r>
            <a:r>
              <a:rPr lang="en-US" altLang="ja-JP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117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0E40388A-536A-4A98-B0FE-728F8E5C2917}"/>
              </a:ext>
            </a:extLst>
          </p:cNvPr>
          <p:cNvSpPr/>
          <p:nvPr/>
        </p:nvSpPr>
        <p:spPr>
          <a:xfrm>
            <a:off x="1876530" y="1124744"/>
            <a:ext cx="5738947" cy="4752527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矢印: 上 3">
            <a:extLst>
              <a:ext uri="{FF2B5EF4-FFF2-40B4-BE49-F238E27FC236}">
                <a16:creationId xmlns:a16="http://schemas.microsoft.com/office/drawing/2014/main" id="{7BA7DD11-DA4F-4D54-BD53-CCA29F35005D}"/>
              </a:ext>
            </a:extLst>
          </p:cNvPr>
          <p:cNvSpPr/>
          <p:nvPr/>
        </p:nvSpPr>
        <p:spPr>
          <a:xfrm>
            <a:off x="4523044" y="5733256"/>
            <a:ext cx="583381" cy="288032"/>
          </a:xfrm>
          <a:prstGeom prst="up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0F9FC398-FE14-48F8-BC95-CC21D760E175}"/>
              </a:ext>
            </a:extLst>
          </p:cNvPr>
          <p:cNvSpPr/>
          <p:nvPr/>
        </p:nvSpPr>
        <p:spPr>
          <a:xfrm>
            <a:off x="4042522" y="1204431"/>
            <a:ext cx="144016" cy="144016"/>
          </a:xfrm>
          <a:prstGeom prst="ellipse">
            <a:avLst/>
          </a:prstGeom>
          <a:solidFill>
            <a:srgbClr val="FF6600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A95DBCF8-0219-4F2F-B82E-D84DD3A0B74A}"/>
              </a:ext>
            </a:extLst>
          </p:cNvPr>
          <p:cNvSpPr/>
          <p:nvPr/>
        </p:nvSpPr>
        <p:spPr>
          <a:xfrm>
            <a:off x="6101606" y="5313702"/>
            <a:ext cx="543836" cy="52071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-40</a:t>
            </a:r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F6EFC0DC-7C30-42C3-9BCC-7B1D0DA02014}"/>
              </a:ext>
            </a:extLst>
          </p:cNvPr>
          <p:cNvSpPr/>
          <p:nvPr/>
        </p:nvSpPr>
        <p:spPr>
          <a:xfrm>
            <a:off x="6841403" y="5313702"/>
            <a:ext cx="543836" cy="52071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-40</a:t>
            </a:r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AFAF615D-FC90-4219-82E7-F600F56A4ECE}"/>
              </a:ext>
            </a:extLst>
          </p:cNvPr>
          <p:cNvSpPr/>
          <p:nvPr/>
        </p:nvSpPr>
        <p:spPr>
          <a:xfrm>
            <a:off x="2755944" y="4408673"/>
            <a:ext cx="543836" cy="52071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+6</a:t>
            </a:r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198860E7-A91E-4D26-BA02-BBDEF57F27A7}"/>
              </a:ext>
            </a:extLst>
          </p:cNvPr>
          <p:cNvSpPr/>
          <p:nvPr/>
        </p:nvSpPr>
        <p:spPr>
          <a:xfrm>
            <a:off x="2927869" y="5304103"/>
            <a:ext cx="543836" cy="52071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+42+25</a:t>
            </a:r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30307703-0C8F-4C08-B702-20643FE65FD8}"/>
              </a:ext>
            </a:extLst>
          </p:cNvPr>
          <p:cNvSpPr/>
          <p:nvPr/>
        </p:nvSpPr>
        <p:spPr>
          <a:xfrm>
            <a:off x="2104982" y="4408673"/>
            <a:ext cx="543836" cy="52071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+8</a:t>
            </a:r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A68DB993-DF26-43AA-9B8D-B714AD2F5094}"/>
              </a:ext>
            </a:extLst>
          </p:cNvPr>
          <p:cNvSpPr/>
          <p:nvPr/>
        </p:nvSpPr>
        <p:spPr>
          <a:xfrm>
            <a:off x="2124783" y="5304103"/>
            <a:ext cx="543836" cy="52071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+45+37</a:t>
            </a:r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EDEA9083-1C76-428F-B548-D2D2CDB6165E}"/>
              </a:ext>
            </a:extLst>
          </p:cNvPr>
          <p:cNvSpPr/>
          <p:nvPr/>
        </p:nvSpPr>
        <p:spPr>
          <a:xfrm>
            <a:off x="1985000" y="2066305"/>
            <a:ext cx="1745077" cy="55897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-80</a:t>
            </a:r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2" name="正方形/長方形 101">
            <a:extLst>
              <a:ext uri="{FF2B5EF4-FFF2-40B4-BE49-F238E27FC236}">
                <a16:creationId xmlns:a16="http://schemas.microsoft.com/office/drawing/2014/main" id="{CEAF1F48-5D24-4CAF-81D5-D634B18177FB}"/>
              </a:ext>
            </a:extLst>
          </p:cNvPr>
          <p:cNvSpPr/>
          <p:nvPr/>
        </p:nvSpPr>
        <p:spPr>
          <a:xfrm>
            <a:off x="5339652" y="5625244"/>
            <a:ext cx="295176" cy="216024"/>
          </a:xfrm>
          <a:prstGeom prst="rect">
            <a:avLst/>
          </a:prstGeom>
          <a:solidFill>
            <a:srgbClr val="FF7C80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親</a:t>
            </a:r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24C884FF-F325-4EC0-A840-7A3D48780C39}"/>
              </a:ext>
            </a:extLst>
          </p:cNvPr>
          <p:cNvSpPr/>
          <p:nvPr/>
        </p:nvSpPr>
        <p:spPr>
          <a:xfrm>
            <a:off x="4664968" y="1132433"/>
            <a:ext cx="273950" cy="280343"/>
          </a:xfrm>
          <a:prstGeom prst="rect">
            <a:avLst/>
          </a:prstGeom>
          <a:solidFill>
            <a:srgbClr val="FF7C80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親</a:t>
            </a:r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5098C580-3760-4C5C-AC20-23EA3D61F8D2}"/>
              </a:ext>
            </a:extLst>
          </p:cNvPr>
          <p:cNvSpPr/>
          <p:nvPr/>
        </p:nvSpPr>
        <p:spPr>
          <a:xfrm>
            <a:off x="3406906" y="4408673"/>
            <a:ext cx="543836" cy="52071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-80</a:t>
            </a:r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2AF65CC1-0C54-4741-A72B-D5932BF4B3D0}"/>
              </a:ext>
            </a:extLst>
          </p:cNvPr>
          <p:cNvSpPr/>
          <p:nvPr/>
        </p:nvSpPr>
        <p:spPr>
          <a:xfrm>
            <a:off x="1984998" y="2764189"/>
            <a:ext cx="1745077" cy="55897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-80</a:t>
            </a:r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C736CD46-87C0-48FF-920A-B74F5A1A8F7A}"/>
              </a:ext>
            </a:extLst>
          </p:cNvPr>
          <p:cNvSpPr/>
          <p:nvPr/>
        </p:nvSpPr>
        <p:spPr>
          <a:xfrm>
            <a:off x="1977784" y="3503238"/>
            <a:ext cx="1745077" cy="55897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-80</a:t>
            </a:r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25DB13E6-7C91-41E2-ADE6-38E79F3A704D}"/>
              </a:ext>
            </a:extLst>
          </p:cNvPr>
          <p:cNvSpPr/>
          <p:nvPr/>
        </p:nvSpPr>
        <p:spPr>
          <a:xfrm>
            <a:off x="1984999" y="1257263"/>
            <a:ext cx="1745077" cy="55897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-80</a:t>
            </a:r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7F77B4FF-3CEB-4448-BF16-1E44FA041583}"/>
              </a:ext>
            </a:extLst>
          </p:cNvPr>
          <p:cNvSpPr/>
          <p:nvPr/>
        </p:nvSpPr>
        <p:spPr>
          <a:xfrm>
            <a:off x="6315549" y="4399755"/>
            <a:ext cx="543836" cy="52071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+32</a:t>
            </a:r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6DA36919-1AB1-485E-A451-4ABD37931535}"/>
              </a:ext>
            </a:extLst>
          </p:cNvPr>
          <p:cNvSpPr/>
          <p:nvPr/>
        </p:nvSpPr>
        <p:spPr>
          <a:xfrm>
            <a:off x="5664587" y="4399755"/>
            <a:ext cx="543836" cy="52071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05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+15</a:t>
            </a:r>
            <a:endParaRPr kumimoji="1" lang="ja-JP" altLang="en-US" sz="105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AB9FC5F3-CB40-41DA-A63B-559044CA1A97}"/>
              </a:ext>
            </a:extLst>
          </p:cNvPr>
          <p:cNvSpPr/>
          <p:nvPr/>
        </p:nvSpPr>
        <p:spPr>
          <a:xfrm>
            <a:off x="6966511" y="4399755"/>
            <a:ext cx="543836" cy="52071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+10</a:t>
            </a:r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4B92054D-6096-41AB-913D-95A2D1491A03}"/>
              </a:ext>
            </a:extLst>
          </p:cNvPr>
          <p:cNvSpPr/>
          <p:nvPr/>
        </p:nvSpPr>
        <p:spPr>
          <a:xfrm>
            <a:off x="6769618" y="1981176"/>
            <a:ext cx="543836" cy="52071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-40</a:t>
            </a:r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63A95459-B6F0-4087-AF71-DD52E9C66DB9}"/>
              </a:ext>
            </a:extLst>
          </p:cNvPr>
          <p:cNvSpPr/>
          <p:nvPr/>
        </p:nvSpPr>
        <p:spPr>
          <a:xfrm>
            <a:off x="5851478" y="1981176"/>
            <a:ext cx="543836" cy="52071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-30</a:t>
            </a:r>
          </a:p>
          <a:p>
            <a:pPr algn="ctr"/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-30</a:t>
            </a:r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7933526F-E250-43A3-89A0-99AF117BDA61}"/>
              </a:ext>
            </a:extLst>
          </p:cNvPr>
          <p:cNvSpPr/>
          <p:nvPr/>
        </p:nvSpPr>
        <p:spPr>
          <a:xfrm>
            <a:off x="5779184" y="1224453"/>
            <a:ext cx="1745077" cy="55897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-80</a:t>
            </a:r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E1697E93-7A1A-40E5-BEB1-9DC5C20AA3FB}"/>
              </a:ext>
            </a:extLst>
          </p:cNvPr>
          <p:cNvSpPr/>
          <p:nvPr/>
        </p:nvSpPr>
        <p:spPr>
          <a:xfrm>
            <a:off x="5779184" y="2632653"/>
            <a:ext cx="1745077" cy="55897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-80</a:t>
            </a:r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6AE3A2BC-1170-4FB6-8CF7-1068DFF29412}"/>
              </a:ext>
            </a:extLst>
          </p:cNvPr>
          <p:cNvSpPr/>
          <p:nvPr/>
        </p:nvSpPr>
        <p:spPr>
          <a:xfrm>
            <a:off x="5791222" y="3447546"/>
            <a:ext cx="1745077" cy="55897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-80</a:t>
            </a:r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7" name="楕円 66">
            <a:extLst>
              <a:ext uri="{FF2B5EF4-FFF2-40B4-BE49-F238E27FC236}">
                <a16:creationId xmlns:a16="http://schemas.microsoft.com/office/drawing/2014/main" id="{869F03D3-977C-4341-A0DA-1638C7743BE6}"/>
              </a:ext>
            </a:extLst>
          </p:cNvPr>
          <p:cNvSpPr/>
          <p:nvPr/>
        </p:nvSpPr>
        <p:spPr>
          <a:xfrm>
            <a:off x="2629375" y="4881459"/>
            <a:ext cx="144016" cy="144016"/>
          </a:xfrm>
          <a:prstGeom prst="ellipse">
            <a:avLst/>
          </a:prstGeom>
          <a:solidFill>
            <a:srgbClr val="3333FF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68" name="楕円 67">
            <a:extLst>
              <a:ext uri="{FF2B5EF4-FFF2-40B4-BE49-F238E27FC236}">
                <a16:creationId xmlns:a16="http://schemas.microsoft.com/office/drawing/2014/main" id="{1FBB3B9F-925C-4FF3-8D4F-9E3958722B21}"/>
              </a:ext>
            </a:extLst>
          </p:cNvPr>
          <p:cNvSpPr/>
          <p:nvPr/>
        </p:nvSpPr>
        <p:spPr>
          <a:xfrm>
            <a:off x="3626543" y="4881459"/>
            <a:ext cx="144016" cy="144016"/>
          </a:xfrm>
          <a:prstGeom prst="ellipse">
            <a:avLst/>
          </a:prstGeom>
          <a:solidFill>
            <a:srgbClr val="3333FF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69" name="楕円 68">
            <a:extLst>
              <a:ext uri="{FF2B5EF4-FFF2-40B4-BE49-F238E27FC236}">
                <a16:creationId xmlns:a16="http://schemas.microsoft.com/office/drawing/2014/main" id="{39EBA04B-8DEF-4D53-8ABF-CDA700C7FD00}"/>
              </a:ext>
            </a:extLst>
          </p:cNvPr>
          <p:cNvSpPr/>
          <p:nvPr/>
        </p:nvSpPr>
        <p:spPr>
          <a:xfrm>
            <a:off x="2324693" y="5203838"/>
            <a:ext cx="144016" cy="144016"/>
          </a:xfrm>
          <a:prstGeom prst="ellipse">
            <a:avLst/>
          </a:prstGeom>
          <a:solidFill>
            <a:srgbClr val="3333FF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72" name="楕円 71">
            <a:extLst>
              <a:ext uri="{FF2B5EF4-FFF2-40B4-BE49-F238E27FC236}">
                <a16:creationId xmlns:a16="http://schemas.microsoft.com/office/drawing/2014/main" id="{2475A891-CFF9-433E-B346-950540D1C763}"/>
              </a:ext>
            </a:extLst>
          </p:cNvPr>
          <p:cNvSpPr/>
          <p:nvPr/>
        </p:nvSpPr>
        <p:spPr>
          <a:xfrm>
            <a:off x="6674265" y="5232095"/>
            <a:ext cx="144016" cy="144016"/>
          </a:xfrm>
          <a:prstGeom prst="ellipse">
            <a:avLst/>
          </a:prstGeom>
          <a:solidFill>
            <a:srgbClr val="3333FF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78" name="楕円 77">
            <a:extLst>
              <a:ext uri="{FF2B5EF4-FFF2-40B4-BE49-F238E27FC236}">
                <a16:creationId xmlns:a16="http://schemas.microsoft.com/office/drawing/2014/main" id="{ADE5EF58-8046-498F-B08D-410474DD7BB1}"/>
              </a:ext>
            </a:extLst>
          </p:cNvPr>
          <p:cNvSpPr/>
          <p:nvPr/>
        </p:nvSpPr>
        <p:spPr>
          <a:xfrm>
            <a:off x="7241446" y="2001972"/>
            <a:ext cx="144016" cy="144016"/>
          </a:xfrm>
          <a:prstGeom prst="ellipse">
            <a:avLst/>
          </a:prstGeom>
          <a:solidFill>
            <a:srgbClr val="3333FF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80" name="吹き出し: 四角形 79">
            <a:extLst>
              <a:ext uri="{FF2B5EF4-FFF2-40B4-BE49-F238E27FC236}">
                <a16:creationId xmlns:a16="http://schemas.microsoft.com/office/drawing/2014/main" id="{DC532E72-5AC2-4B01-8477-47BD9036B04A}"/>
              </a:ext>
            </a:extLst>
          </p:cNvPr>
          <p:cNvSpPr/>
          <p:nvPr/>
        </p:nvSpPr>
        <p:spPr>
          <a:xfrm>
            <a:off x="1191721" y="1132433"/>
            <a:ext cx="600711" cy="156599"/>
          </a:xfrm>
          <a:prstGeom prst="wedgeRectCallout">
            <a:avLst>
              <a:gd name="adj1" fmla="val 60293"/>
              <a:gd name="adj2" fmla="val 160146"/>
            </a:avLst>
          </a:prstGeom>
          <a:solidFill>
            <a:srgbClr val="FFFF00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700" dirty="0">
                <a:latin typeface="Meiryo UI" panose="020B0604030504040204" pitchFamily="50" charset="-128"/>
                <a:ea typeface="Meiryo UI" panose="020B0604030504040204" pitchFamily="50" charset="-128"/>
              </a:rPr>
              <a:t>3[m]</a:t>
            </a:r>
            <a:r>
              <a:rPr kumimoji="1" lang="ja-JP" altLang="en-US" sz="700" dirty="0">
                <a:latin typeface="Meiryo UI" panose="020B0604030504040204" pitchFamily="50" charset="-128"/>
                <a:ea typeface="Meiryo UI" panose="020B0604030504040204" pitchFamily="50" charset="-128"/>
              </a:rPr>
              <a:t>延長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A3C39A0-FEA8-4B8D-9E56-BD2BCE98ADAB}"/>
              </a:ext>
            </a:extLst>
          </p:cNvPr>
          <p:cNvSpPr/>
          <p:nvPr/>
        </p:nvSpPr>
        <p:spPr>
          <a:xfrm>
            <a:off x="8017834" y="936431"/>
            <a:ext cx="1531669" cy="53600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8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LAN</a:t>
            </a:r>
            <a:r>
              <a:rPr lang="ja-JP" altLang="en-US" sz="18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必要</a:t>
            </a:r>
            <a:endParaRPr kumimoji="1" lang="en-US" altLang="ja-JP" sz="1800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18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（２ポート）</a:t>
            </a:r>
            <a:endParaRPr kumimoji="1" lang="en-US" altLang="ja-JP" sz="1800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9" name="吹き出し: 四角形 98">
            <a:extLst>
              <a:ext uri="{FF2B5EF4-FFF2-40B4-BE49-F238E27FC236}">
                <a16:creationId xmlns:a16="http://schemas.microsoft.com/office/drawing/2014/main" id="{523515FD-56AF-444F-B068-9E2CA9E9B8F6}"/>
              </a:ext>
            </a:extLst>
          </p:cNvPr>
          <p:cNvSpPr/>
          <p:nvPr/>
        </p:nvSpPr>
        <p:spPr>
          <a:xfrm>
            <a:off x="1152483" y="2624701"/>
            <a:ext cx="600711" cy="156599"/>
          </a:xfrm>
          <a:prstGeom prst="wedgeRectCallout">
            <a:avLst>
              <a:gd name="adj1" fmla="val 77735"/>
              <a:gd name="adj2" fmla="val -22327"/>
            </a:avLst>
          </a:prstGeom>
          <a:solidFill>
            <a:srgbClr val="FFFF00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700" dirty="0">
                <a:latin typeface="Meiryo UI" panose="020B0604030504040204" pitchFamily="50" charset="-128"/>
                <a:ea typeface="Meiryo UI" panose="020B0604030504040204" pitchFamily="50" charset="-128"/>
              </a:rPr>
              <a:t>3[m]</a:t>
            </a:r>
            <a:r>
              <a:rPr kumimoji="1" lang="ja-JP" altLang="en-US" sz="700" dirty="0">
                <a:latin typeface="Meiryo UI" panose="020B0604030504040204" pitchFamily="50" charset="-128"/>
                <a:ea typeface="Meiryo UI" panose="020B0604030504040204" pitchFamily="50" charset="-128"/>
              </a:rPr>
              <a:t>延長</a:t>
            </a:r>
          </a:p>
        </p:txBody>
      </p:sp>
      <p:sp>
        <p:nvSpPr>
          <p:cNvPr id="100" name="吹き出し: 四角形 99">
            <a:extLst>
              <a:ext uri="{FF2B5EF4-FFF2-40B4-BE49-F238E27FC236}">
                <a16:creationId xmlns:a16="http://schemas.microsoft.com/office/drawing/2014/main" id="{26128020-3EFB-46A4-9133-6E7466076637}"/>
              </a:ext>
            </a:extLst>
          </p:cNvPr>
          <p:cNvSpPr/>
          <p:nvPr/>
        </p:nvSpPr>
        <p:spPr>
          <a:xfrm>
            <a:off x="1203762" y="3447546"/>
            <a:ext cx="600711" cy="156599"/>
          </a:xfrm>
          <a:prstGeom prst="wedgeRectCallout">
            <a:avLst>
              <a:gd name="adj1" fmla="val 60293"/>
              <a:gd name="adj2" fmla="val 129734"/>
            </a:avLst>
          </a:prstGeom>
          <a:solidFill>
            <a:srgbClr val="FFFF00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700" dirty="0">
                <a:latin typeface="Meiryo UI" panose="020B0604030504040204" pitchFamily="50" charset="-128"/>
                <a:ea typeface="Meiryo UI" panose="020B0604030504040204" pitchFamily="50" charset="-128"/>
              </a:rPr>
              <a:t>3[m]</a:t>
            </a:r>
            <a:r>
              <a:rPr kumimoji="1" lang="ja-JP" altLang="en-US" sz="700" dirty="0">
                <a:latin typeface="Meiryo UI" panose="020B0604030504040204" pitchFamily="50" charset="-128"/>
                <a:ea typeface="Meiryo UI" panose="020B0604030504040204" pitchFamily="50" charset="-128"/>
              </a:rPr>
              <a:t>延長</a:t>
            </a:r>
          </a:p>
        </p:txBody>
      </p:sp>
      <p:sp>
        <p:nvSpPr>
          <p:cNvPr id="101" name="吹き出し: 四角形 100">
            <a:extLst>
              <a:ext uri="{FF2B5EF4-FFF2-40B4-BE49-F238E27FC236}">
                <a16:creationId xmlns:a16="http://schemas.microsoft.com/office/drawing/2014/main" id="{3D9EB803-A5FD-4851-87D6-2761111E51D3}"/>
              </a:ext>
            </a:extLst>
          </p:cNvPr>
          <p:cNvSpPr/>
          <p:nvPr/>
        </p:nvSpPr>
        <p:spPr>
          <a:xfrm>
            <a:off x="3984515" y="3744512"/>
            <a:ext cx="600711" cy="156599"/>
          </a:xfrm>
          <a:prstGeom prst="wedgeRectCallout">
            <a:avLst>
              <a:gd name="adj1" fmla="val -61800"/>
              <a:gd name="adj2" fmla="val 129734"/>
            </a:avLst>
          </a:prstGeom>
          <a:solidFill>
            <a:srgbClr val="FFFF00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700" dirty="0">
                <a:latin typeface="Meiryo UI" panose="020B0604030504040204" pitchFamily="50" charset="-128"/>
                <a:ea typeface="Meiryo UI" panose="020B0604030504040204" pitchFamily="50" charset="-128"/>
              </a:rPr>
              <a:t>3[m]</a:t>
            </a:r>
            <a:r>
              <a:rPr kumimoji="1" lang="ja-JP" altLang="en-US" sz="700" dirty="0">
                <a:latin typeface="Meiryo UI" panose="020B0604030504040204" pitchFamily="50" charset="-128"/>
                <a:ea typeface="Meiryo UI" panose="020B0604030504040204" pitchFamily="50" charset="-128"/>
              </a:rPr>
              <a:t>延長</a:t>
            </a:r>
          </a:p>
        </p:txBody>
      </p:sp>
      <p:sp>
        <p:nvSpPr>
          <p:cNvPr id="103" name="吹き出し: 四角形 102">
            <a:extLst>
              <a:ext uri="{FF2B5EF4-FFF2-40B4-BE49-F238E27FC236}">
                <a16:creationId xmlns:a16="http://schemas.microsoft.com/office/drawing/2014/main" id="{49691E7D-650B-478E-B075-5DA841EA34F3}"/>
              </a:ext>
            </a:extLst>
          </p:cNvPr>
          <p:cNvSpPr/>
          <p:nvPr/>
        </p:nvSpPr>
        <p:spPr>
          <a:xfrm>
            <a:off x="5034117" y="2404236"/>
            <a:ext cx="600711" cy="156599"/>
          </a:xfrm>
          <a:prstGeom prst="wedgeRectCallout">
            <a:avLst>
              <a:gd name="adj1" fmla="val 55144"/>
              <a:gd name="adj2" fmla="val 84980"/>
            </a:avLst>
          </a:prstGeom>
          <a:solidFill>
            <a:srgbClr val="FFFF00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700" dirty="0">
                <a:latin typeface="Meiryo UI" panose="020B0604030504040204" pitchFamily="50" charset="-128"/>
                <a:ea typeface="Meiryo UI" panose="020B0604030504040204" pitchFamily="50" charset="-128"/>
              </a:rPr>
              <a:t>3[m]</a:t>
            </a:r>
            <a:r>
              <a:rPr kumimoji="1" lang="ja-JP" altLang="en-US" sz="700" dirty="0">
                <a:latin typeface="Meiryo UI" panose="020B0604030504040204" pitchFamily="50" charset="-128"/>
                <a:ea typeface="Meiryo UI" panose="020B0604030504040204" pitchFamily="50" charset="-128"/>
              </a:rPr>
              <a:t>延長</a:t>
            </a:r>
          </a:p>
        </p:txBody>
      </p:sp>
      <p:sp>
        <p:nvSpPr>
          <p:cNvPr id="104" name="吹き出し: 四角形 103">
            <a:extLst>
              <a:ext uri="{FF2B5EF4-FFF2-40B4-BE49-F238E27FC236}">
                <a16:creationId xmlns:a16="http://schemas.microsoft.com/office/drawing/2014/main" id="{2FDB269D-9B20-491E-8559-E3F5B9F51085}"/>
              </a:ext>
            </a:extLst>
          </p:cNvPr>
          <p:cNvSpPr/>
          <p:nvPr/>
        </p:nvSpPr>
        <p:spPr>
          <a:xfrm>
            <a:off x="6674265" y="831012"/>
            <a:ext cx="600711" cy="156599"/>
          </a:xfrm>
          <a:prstGeom prst="wedgeRectCallout">
            <a:avLst>
              <a:gd name="adj1" fmla="val -51093"/>
              <a:gd name="adj2" fmla="val 151887"/>
            </a:avLst>
          </a:prstGeom>
          <a:solidFill>
            <a:srgbClr val="FFFF00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700" dirty="0">
                <a:latin typeface="Meiryo UI" panose="020B0604030504040204" pitchFamily="50" charset="-128"/>
                <a:ea typeface="Meiryo UI" panose="020B0604030504040204" pitchFamily="50" charset="-128"/>
              </a:rPr>
              <a:t>3[m]</a:t>
            </a:r>
            <a:r>
              <a:rPr kumimoji="1" lang="ja-JP" altLang="en-US" sz="700" dirty="0">
                <a:latin typeface="Meiryo UI" panose="020B0604030504040204" pitchFamily="50" charset="-128"/>
                <a:ea typeface="Meiryo UI" panose="020B0604030504040204" pitchFamily="50" charset="-128"/>
              </a:rPr>
              <a:t>延長</a:t>
            </a:r>
          </a:p>
        </p:txBody>
      </p:sp>
      <p:sp>
        <p:nvSpPr>
          <p:cNvPr id="105" name="吹き出し: 四角形 104">
            <a:extLst>
              <a:ext uri="{FF2B5EF4-FFF2-40B4-BE49-F238E27FC236}">
                <a16:creationId xmlns:a16="http://schemas.microsoft.com/office/drawing/2014/main" id="{A5431F6C-E1FF-4A74-A88A-BD1D9764F9CB}"/>
              </a:ext>
            </a:extLst>
          </p:cNvPr>
          <p:cNvSpPr/>
          <p:nvPr/>
        </p:nvSpPr>
        <p:spPr>
          <a:xfrm>
            <a:off x="7683037" y="3217853"/>
            <a:ext cx="600711" cy="156599"/>
          </a:xfrm>
          <a:prstGeom prst="wedgeRectCallout">
            <a:avLst>
              <a:gd name="adj1" fmla="val -62192"/>
              <a:gd name="adj2" fmla="val 157969"/>
            </a:avLst>
          </a:prstGeom>
          <a:solidFill>
            <a:srgbClr val="FFFF00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700" dirty="0">
                <a:latin typeface="Meiryo UI" panose="020B0604030504040204" pitchFamily="50" charset="-128"/>
                <a:ea typeface="Meiryo UI" panose="020B0604030504040204" pitchFamily="50" charset="-128"/>
              </a:rPr>
              <a:t>3[m]</a:t>
            </a:r>
            <a:r>
              <a:rPr kumimoji="1" lang="ja-JP" altLang="en-US" sz="700" dirty="0">
                <a:latin typeface="Meiryo UI" panose="020B0604030504040204" pitchFamily="50" charset="-128"/>
                <a:ea typeface="Meiryo UI" panose="020B0604030504040204" pitchFamily="50" charset="-128"/>
              </a:rPr>
              <a:t>延長</a:t>
            </a:r>
          </a:p>
        </p:txBody>
      </p:sp>
      <p:sp>
        <p:nvSpPr>
          <p:cNvPr id="5" name="フリーフォーム: 図形 4">
            <a:extLst>
              <a:ext uri="{FF2B5EF4-FFF2-40B4-BE49-F238E27FC236}">
                <a16:creationId xmlns:a16="http://schemas.microsoft.com/office/drawing/2014/main" id="{BDC4BB12-0CE7-43E8-87A1-33F65E069E27}"/>
              </a:ext>
            </a:extLst>
          </p:cNvPr>
          <p:cNvSpPr/>
          <p:nvPr/>
        </p:nvSpPr>
        <p:spPr>
          <a:xfrm>
            <a:off x="1952040" y="2583809"/>
            <a:ext cx="1454866" cy="127711"/>
          </a:xfrm>
          <a:custGeom>
            <a:avLst/>
            <a:gdLst>
              <a:gd name="connsiteX0" fmla="*/ 19373 w 447211"/>
              <a:gd name="connsiteY0" fmla="*/ 0 h 132102"/>
              <a:gd name="connsiteX1" fmla="*/ 19373 w 447211"/>
              <a:gd name="connsiteY1" fmla="*/ 109057 h 132102"/>
              <a:gd name="connsiteX2" fmla="*/ 220709 w 447211"/>
              <a:gd name="connsiteY2" fmla="*/ 125835 h 132102"/>
              <a:gd name="connsiteX3" fmla="*/ 371710 w 447211"/>
              <a:gd name="connsiteY3" fmla="*/ 125835 h 132102"/>
              <a:gd name="connsiteX4" fmla="*/ 447211 w 447211"/>
              <a:gd name="connsiteY4" fmla="*/ 50334 h 132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7211" h="132102">
                <a:moveTo>
                  <a:pt x="19373" y="0"/>
                </a:moveTo>
                <a:cubicBezTo>
                  <a:pt x="2595" y="44042"/>
                  <a:pt x="-14183" y="88085"/>
                  <a:pt x="19373" y="109057"/>
                </a:cubicBezTo>
                <a:cubicBezTo>
                  <a:pt x="52929" y="130029"/>
                  <a:pt x="161986" y="123039"/>
                  <a:pt x="220709" y="125835"/>
                </a:cubicBezTo>
                <a:cubicBezTo>
                  <a:pt x="279432" y="128631"/>
                  <a:pt x="333960" y="138418"/>
                  <a:pt x="371710" y="125835"/>
                </a:cubicBezTo>
                <a:cubicBezTo>
                  <a:pt x="409460" y="113252"/>
                  <a:pt x="428335" y="81793"/>
                  <a:pt x="447211" y="50334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フリーフォーム: 図形 5">
            <a:extLst>
              <a:ext uri="{FF2B5EF4-FFF2-40B4-BE49-F238E27FC236}">
                <a16:creationId xmlns:a16="http://schemas.microsoft.com/office/drawing/2014/main" id="{147EA8AF-006A-4117-8E36-BB79EB9C1DB8}"/>
              </a:ext>
            </a:extLst>
          </p:cNvPr>
          <p:cNvSpPr/>
          <p:nvPr/>
        </p:nvSpPr>
        <p:spPr>
          <a:xfrm>
            <a:off x="1908777" y="1170865"/>
            <a:ext cx="1627820" cy="1414584"/>
          </a:xfrm>
          <a:custGeom>
            <a:avLst/>
            <a:gdLst>
              <a:gd name="connsiteX0" fmla="*/ 129935 w 1663460"/>
              <a:gd name="connsiteY0" fmla="*/ 1349778 h 1440336"/>
              <a:gd name="connsiteX1" fmla="*/ 91835 w 1663460"/>
              <a:gd name="connsiteY1" fmla="*/ 1311678 h 1440336"/>
              <a:gd name="connsiteX2" fmla="*/ 82310 w 1663460"/>
              <a:gd name="connsiteY2" fmla="*/ 111528 h 1440336"/>
              <a:gd name="connsiteX3" fmla="*/ 110885 w 1663460"/>
              <a:gd name="connsiteY3" fmla="*/ 44853 h 1440336"/>
              <a:gd name="connsiteX4" fmla="*/ 1482485 w 1663460"/>
              <a:gd name="connsiteY4" fmla="*/ 44853 h 1440336"/>
              <a:gd name="connsiteX5" fmla="*/ 1644410 w 1663460"/>
              <a:gd name="connsiteY5" fmla="*/ 63903 h 1440336"/>
              <a:gd name="connsiteX6" fmla="*/ 1653935 w 1663460"/>
              <a:gd name="connsiteY6" fmla="*/ 111528 h 1440336"/>
              <a:gd name="connsiteX0" fmla="*/ 83426 w 1616951"/>
              <a:gd name="connsiteY0" fmla="*/ 1457973 h 1548531"/>
              <a:gd name="connsiteX1" fmla="*/ 45326 w 1616951"/>
              <a:gd name="connsiteY1" fmla="*/ 1419873 h 1548531"/>
              <a:gd name="connsiteX2" fmla="*/ 35801 w 1616951"/>
              <a:gd name="connsiteY2" fmla="*/ 219723 h 1548531"/>
              <a:gd name="connsiteX3" fmla="*/ 131051 w 1616951"/>
              <a:gd name="connsiteY3" fmla="*/ 648 h 1548531"/>
              <a:gd name="connsiteX4" fmla="*/ 1435976 w 1616951"/>
              <a:gd name="connsiteY4" fmla="*/ 153048 h 1548531"/>
              <a:gd name="connsiteX5" fmla="*/ 1597901 w 1616951"/>
              <a:gd name="connsiteY5" fmla="*/ 172098 h 1548531"/>
              <a:gd name="connsiteX6" fmla="*/ 1607426 w 1616951"/>
              <a:gd name="connsiteY6" fmla="*/ 219723 h 1548531"/>
              <a:gd name="connsiteX0" fmla="*/ 87368 w 1620893"/>
              <a:gd name="connsiteY0" fmla="*/ 1522836 h 1613394"/>
              <a:gd name="connsiteX1" fmla="*/ 49268 w 1620893"/>
              <a:gd name="connsiteY1" fmla="*/ 1484736 h 1613394"/>
              <a:gd name="connsiteX2" fmla="*/ 39743 w 1620893"/>
              <a:gd name="connsiteY2" fmla="*/ 284586 h 1613394"/>
              <a:gd name="connsiteX3" fmla="*/ 134993 w 1620893"/>
              <a:gd name="connsiteY3" fmla="*/ 65511 h 1613394"/>
              <a:gd name="connsiteX4" fmla="*/ 1439918 w 1620893"/>
              <a:gd name="connsiteY4" fmla="*/ 217911 h 1613394"/>
              <a:gd name="connsiteX5" fmla="*/ 1601843 w 1620893"/>
              <a:gd name="connsiteY5" fmla="*/ 236961 h 1613394"/>
              <a:gd name="connsiteX6" fmla="*/ 1611368 w 1620893"/>
              <a:gd name="connsiteY6" fmla="*/ 284586 h 1613394"/>
              <a:gd name="connsiteX0" fmla="*/ 163366 w 1696891"/>
              <a:gd name="connsiteY0" fmla="*/ 1373609 h 1464167"/>
              <a:gd name="connsiteX1" fmla="*/ 125266 w 1696891"/>
              <a:gd name="connsiteY1" fmla="*/ 1335509 h 1464167"/>
              <a:gd name="connsiteX2" fmla="*/ 115741 w 1696891"/>
              <a:gd name="connsiteY2" fmla="*/ 135359 h 1464167"/>
              <a:gd name="connsiteX3" fmla="*/ 106216 w 1696891"/>
              <a:gd name="connsiteY3" fmla="*/ 97259 h 1464167"/>
              <a:gd name="connsiteX4" fmla="*/ 1515916 w 1696891"/>
              <a:gd name="connsiteY4" fmla="*/ 68684 h 1464167"/>
              <a:gd name="connsiteX5" fmla="*/ 1677841 w 1696891"/>
              <a:gd name="connsiteY5" fmla="*/ 87734 h 1464167"/>
              <a:gd name="connsiteX6" fmla="*/ 1687366 w 1696891"/>
              <a:gd name="connsiteY6" fmla="*/ 135359 h 1464167"/>
              <a:gd name="connsiteX0" fmla="*/ 141315 w 1674840"/>
              <a:gd name="connsiteY0" fmla="*/ 1322533 h 1413091"/>
              <a:gd name="connsiteX1" fmla="*/ 103215 w 1674840"/>
              <a:gd name="connsiteY1" fmla="*/ 1284433 h 1413091"/>
              <a:gd name="connsiteX2" fmla="*/ 93690 w 1674840"/>
              <a:gd name="connsiteY2" fmla="*/ 84283 h 1413091"/>
              <a:gd name="connsiteX3" fmla="*/ 112740 w 1674840"/>
              <a:gd name="connsiteY3" fmla="*/ 303358 h 1413091"/>
              <a:gd name="connsiteX4" fmla="*/ 1493865 w 1674840"/>
              <a:gd name="connsiteY4" fmla="*/ 17608 h 1413091"/>
              <a:gd name="connsiteX5" fmla="*/ 1655790 w 1674840"/>
              <a:gd name="connsiteY5" fmla="*/ 36658 h 1413091"/>
              <a:gd name="connsiteX6" fmla="*/ 1665315 w 1674840"/>
              <a:gd name="connsiteY6" fmla="*/ 84283 h 1413091"/>
              <a:gd name="connsiteX0" fmla="*/ 127089 w 1660614"/>
              <a:gd name="connsiteY0" fmla="*/ 1678866 h 1769424"/>
              <a:gd name="connsiteX1" fmla="*/ 88989 w 1660614"/>
              <a:gd name="connsiteY1" fmla="*/ 1640766 h 1769424"/>
              <a:gd name="connsiteX2" fmla="*/ 79464 w 1660614"/>
              <a:gd name="connsiteY2" fmla="*/ 440616 h 1769424"/>
              <a:gd name="connsiteX3" fmla="*/ 117564 w 1660614"/>
              <a:gd name="connsiteY3" fmla="*/ 50091 h 1769424"/>
              <a:gd name="connsiteX4" fmla="*/ 1479639 w 1660614"/>
              <a:gd name="connsiteY4" fmla="*/ 373941 h 1769424"/>
              <a:gd name="connsiteX5" fmla="*/ 1641564 w 1660614"/>
              <a:gd name="connsiteY5" fmla="*/ 392991 h 1769424"/>
              <a:gd name="connsiteX6" fmla="*/ 1651089 w 1660614"/>
              <a:gd name="connsiteY6" fmla="*/ 440616 h 1769424"/>
              <a:gd name="connsiteX0" fmla="*/ 122891 w 1656416"/>
              <a:gd name="connsiteY0" fmla="*/ 1636505 h 1707355"/>
              <a:gd name="connsiteX1" fmla="*/ 84791 w 1656416"/>
              <a:gd name="connsiteY1" fmla="*/ 1598405 h 1707355"/>
              <a:gd name="connsiteX2" fmla="*/ 75266 w 1656416"/>
              <a:gd name="connsiteY2" fmla="*/ 703055 h 1707355"/>
              <a:gd name="connsiteX3" fmla="*/ 113366 w 1656416"/>
              <a:gd name="connsiteY3" fmla="*/ 7730 h 1707355"/>
              <a:gd name="connsiteX4" fmla="*/ 1475441 w 1656416"/>
              <a:gd name="connsiteY4" fmla="*/ 331580 h 1707355"/>
              <a:gd name="connsiteX5" fmla="*/ 1637366 w 1656416"/>
              <a:gd name="connsiteY5" fmla="*/ 350630 h 1707355"/>
              <a:gd name="connsiteX6" fmla="*/ 1646891 w 1656416"/>
              <a:gd name="connsiteY6" fmla="*/ 398255 h 1707355"/>
              <a:gd name="connsiteX0" fmla="*/ 122891 w 1656416"/>
              <a:gd name="connsiteY0" fmla="*/ 1340635 h 1411485"/>
              <a:gd name="connsiteX1" fmla="*/ 84791 w 1656416"/>
              <a:gd name="connsiteY1" fmla="*/ 1302535 h 1411485"/>
              <a:gd name="connsiteX2" fmla="*/ 75266 w 1656416"/>
              <a:gd name="connsiteY2" fmla="*/ 407185 h 1411485"/>
              <a:gd name="connsiteX3" fmla="*/ 113366 w 1656416"/>
              <a:gd name="connsiteY3" fmla="*/ 26185 h 1411485"/>
              <a:gd name="connsiteX4" fmla="*/ 1475441 w 1656416"/>
              <a:gd name="connsiteY4" fmla="*/ 35710 h 1411485"/>
              <a:gd name="connsiteX5" fmla="*/ 1637366 w 1656416"/>
              <a:gd name="connsiteY5" fmla="*/ 54760 h 1411485"/>
              <a:gd name="connsiteX6" fmla="*/ 1646891 w 1656416"/>
              <a:gd name="connsiteY6" fmla="*/ 102385 h 1411485"/>
              <a:gd name="connsiteX0" fmla="*/ 93636 w 1627161"/>
              <a:gd name="connsiteY0" fmla="*/ 1382921 h 1453771"/>
              <a:gd name="connsiteX1" fmla="*/ 55536 w 1627161"/>
              <a:gd name="connsiteY1" fmla="*/ 1344821 h 1453771"/>
              <a:gd name="connsiteX2" fmla="*/ 46011 w 1627161"/>
              <a:gd name="connsiteY2" fmla="*/ 449471 h 1453771"/>
              <a:gd name="connsiteX3" fmla="*/ 84111 w 1627161"/>
              <a:gd name="connsiteY3" fmla="*/ 68471 h 1453771"/>
              <a:gd name="connsiteX4" fmla="*/ 1446186 w 1627161"/>
              <a:gd name="connsiteY4" fmla="*/ 77996 h 1453771"/>
              <a:gd name="connsiteX5" fmla="*/ 1608111 w 1627161"/>
              <a:gd name="connsiteY5" fmla="*/ 97046 h 1453771"/>
              <a:gd name="connsiteX6" fmla="*/ 1617636 w 1627161"/>
              <a:gd name="connsiteY6" fmla="*/ 144671 h 1453771"/>
              <a:gd name="connsiteX0" fmla="*/ 61089 w 1594614"/>
              <a:gd name="connsiteY0" fmla="*/ 1391384 h 1462234"/>
              <a:gd name="connsiteX1" fmla="*/ 22989 w 1594614"/>
              <a:gd name="connsiteY1" fmla="*/ 1353284 h 1462234"/>
              <a:gd name="connsiteX2" fmla="*/ 13464 w 1594614"/>
              <a:gd name="connsiteY2" fmla="*/ 457934 h 1462234"/>
              <a:gd name="connsiteX3" fmla="*/ 51564 w 1594614"/>
              <a:gd name="connsiteY3" fmla="*/ 76934 h 1462234"/>
              <a:gd name="connsiteX4" fmla="*/ 1413639 w 1594614"/>
              <a:gd name="connsiteY4" fmla="*/ 86459 h 1462234"/>
              <a:gd name="connsiteX5" fmla="*/ 1575564 w 1594614"/>
              <a:gd name="connsiteY5" fmla="*/ 105509 h 1462234"/>
              <a:gd name="connsiteX6" fmla="*/ 1585089 w 1594614"/>
              <a:gd name="connsiteY6" fmla="*/ 153134 h 1462234"/>
              <a:gd name="connsiteX0" fmla="*/ 57257 w 1590782"/>
              <a:gd name="connsiteY0" fmla="*/ 1357540 h 1428390"/>
              <a:gd name="connsiteX1" fmla="*/ 19157 w 1590782"/>
              <a:gd name="connsiteY1" fmla="*/ 1319440 h 1428390"/>
              <a:gd name="connsiteX2" fmla="*/ 9632 w 1590782"/>
              <a:gd name="connsiteY2" fmla="*/ 424090 h 1428390"/>
              <a:gd name="connsiteX3" fmla="*/ 47732 w 1590782"/>
              <a:gd name="connsiteY3" fmla="*/ 43090 h 1428390"/>
              <a:gd name="connsiteX4" fmla="*/ 1409807 w 1590782"/>
              <a:gd name="connsiteY4" fmla="*/ 52615 h 1428390"/>
              <a:gd name="connsiteX5" fmla="*/ 1571732 w 1590782"/>
              <a:gd name="connsiteY5" fmla="*/ 71665 h 1428390"/>
              <a:gd name="connsiteX6" fmla="*/ 1581257 w 1590782"/>
              <a:gd name="connsiteY6" fmla="*/ 119290 h 1428390"/>
              <a:gd name="connsiteX0" fmla="*/ 81229 w 1655674"/>
              <a:gd name="connsiteY0" fmla="*/ 1367951 h 1438801"/>
              <a:gd name="connsiteX1" fmla="*/ 43129 w 1655674"/>
              <a:gd name="connsiteY1" fmla="*/ 1329851 h 1438801"/>
              <a:gd name="connsiteX2" fmla="*/ 33604 w 1655674"/>
              <a:gd name="connsiteY2" fmla="*/ 434501 h 1438801"/>
              <a:gd name="connsiteX3" fmla="*/ 71704 w 1655674"/>
              <a:gd name="connsiteY3" fmla="*/ 53501 h 1438801"/>
              <a:gd name="connsiteX4" fmla="*/ 862279 w 1655674"/>
              <a:gd name="connsiteY4" fmla="*/ 5876 h 1438801"/>
              <a:gd name="connsiteX5" fmla="*/ 1595704 w 1655674"/>
              <a:gd name="connsiteY5" fmla="*/ 82076 h 1438801"/>
              <a:gd name="connsiteX6" fmla="*/ 1605229 w 1655674"/>
              <a:gd name="connsiteY6" fmla="*/ 129701 h 1438801"/>
              <a:gd name="connsiteX0" fmla="*/ 53375 w 1627820"/>
              <a:gd name="connsiteY0" fmla="*/ 1367951 h 1438801"/>
              <a:gd name="connsiteX1" fmla="*/ 15275 w 1627820"/>
              <a:gd name="connsiteY1" fmla="*/ 1329851 h 1438801"/>
              <a:gd name="connsiteX2" fmla="*/ 5750 w 1627820"/>
              <a:gd name="connsiteY2" fmla="*/ 434501 h 1438801"/>
              <a:gd name="connsiteX3" fmla="*/ 101000 w 1627820"/>
              <a:gd name="connsiteY3" fmla="*/ 53501 h 1438801"/>
              <a:gd name="connsiteX4" fmla="*/ 834425 w 1627820"/>
              <a:gd name="connsiteY4" fmla="*/ 5876 h 1438801"/>
              <a:gd name="connsiteX5" fmla="*/ 1567850 w 1627820"/>
              <a:gd name="connsiteY5" fmla="*/ 82076 h 1438801"/>
              <a:gd name="connsiteX6" fmla="*/ 1577375 w 1627820"/>
              <a:gd name="connsiteY6" fmla="*/ 129701 h 1438801"/>
              <a:gd name="connsiteX0" fmla="*/ 53375 w 1627820"/>
              <a:gd name="connsiteY0" fmla="*/ 1351440 h 1422290"/>
              <a:gd name="connsiteX1" fmla="*/ 15275 w 1627820"/>
              <a:gd name="connsiteY1" fmla="*/ 1313340 h 1422290"/>
              <a:gd name="connsiteX2" fmla="*/ 5750 w 1627820"/>
              <a:gd name="connsiteY2" fmla="*/ 417990 h 1422290"/>
              <a:gd name="connsiteX3" fmla="*/ 101000 w 1627820"/>
              <a:gd name="connsiteY3" fmla="*/ 36990 h 1422290"/>
              <a:gd name="connsiteX4" fmla="*/ 834425 w 1627820"/>
              <a:gd name="connsiteY4" fmla="*/ 17940 h 1422290"/>
              <a:gd name="connsiteX5" fmla="*/ 1567850 w 1627820"/>
              <a:gd name="connsiteY5" fmla="*/ 65565 h 1422290"/>
              <a:gd name="connsiteX6" fmla="*/ 1577375 w 1627820"/>
              <a:gd name="connsiteY6" fmla="*/ 113190 h 1422290"/>
              <a:gd name="connsiteX0" fmla="*/ 53375 w 1627820"/>
              <a:gd name="connsiteY0" fmla="*/ 1342873 h 1413723"/>
              <a:gd name="connsiteX1" fmla="*/ 15275 w 1627820"/>
              <a:gd name="connsiteY1" fmla="*/ 1304773 h 1413723"/>
              <a:gd name="connsiteX2" fmla="*/ 5750 w 1627820"/>
              <a:gd name="connsiteY2" fmla="*/ 409423 h 1413723"/>
              <a:gd name="connsiteX3" fmla="*/ 101000 w 1627820"/>
              <a:gd name="connsiteY3" fmla="*/ 28423 h 1413723"/>
              <a:gd name="connsiteX4" fmla="*/ 834425 w 1627820"/>
              <a:gd name="connsiteY4" fmla="*/ 9373 h 1413723"/>
              <a:gd name="connsiteX5" fmla="*/ 1567850 w 1627820"/>
              <a:gd name="connsiteY5" fmla="*/ 56998 h 1413723"/>
              <a:gd name="connsiteX6" fmla="*/ 1577375 w 1627820"/>
              <a:gd name="connsiteY6" fmla="*/ 104623 h 1413723"/>
              <a:gd name="connsiteX0" fmla="*/ 53375 w 1627820"/>
              <a:gd name="connsiteY0" fmla="*/ 1343734 h 1414584"/>
              <a:gd name="connsiteX1" fmla="*/ 15275 w 1627820"/>
              <a:gd name="connsiteY1" fmla="*/ 1305634 h 1414584"/>
              <a:gd name="connsiteX2" fmla="*/ 5750 w 1627820"/>
              <a:gd name="connsiteY2" fmla="*/ 410284 h 1414584"/>
              <a:gd name="connsiteX3" fmla="*/ 101000 w 1627820"/>
              <a:gd name="connsiteY3" fmla="*/ 29284 h 1414584"/>
              <a:gd name="connsiteX4" fmla="*/ 834425 w 1627820"/>
              <a:gd name="connsiteY4" fmla="*/ 10234 h 1414584"/>
              <a:gd name="connsiteX5" fmla="*/ 1567850 w 1627820"/>
              <a:gd name="connsiteY5" fmla="*/ 57859 h 1414584"/>
              <a:gd name="connsiteX6" fmla="*/ 1577375 w 1627820"/>
              <a:gd name="connsiteY6" fmla="*/ 105484 h 1414584"/>
              <a:gd name="connsiteX0" fmla="*/ 53375 w 1627820"/>
              <a:gd name="connsiteY0" fmla="*/ 1343734 h 1414584"/>
              <a:gd name="connsiteX1" fmla="*/ 15275 w 1627820"/>
              <a:gd name="connsiteY1" fmla="*/ 1305634 h 1414584"/>
              <a:gd name="connsiteX2" fmla="*/ 5750 w 1627820"/>
              <a:gd name="connsiteY2" fmla="*/ 410284 h 1414584"/>
              <a:gd name="connsiteX3" fmla="*/ 101000 w 1627820"/>
              <a:gd name="connsiteY3" fmla="*/ 29284 h 1414584"/>
              <a:gd name="connsiteX4" fmla="*/ 834425 w 1627820"/>
              <a:gd name="connsiteY4" fmla="*/ 10234 h 1414584"/>
              <a:gd name="connsiteX5" fmla="*/ 1567850 w 1627820"/>
              <a:gd name="connsiteY5" fmla="*/ 57859 h 1414584"/>
              <a:gd name="connsiteX6" fmla="*/ 1577375 w 1627820"/>
              <a:gd name="connsiteY6" fmla="*/ 105484 h 1414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27820" h="1414584">
                <a:moveTo>
                  <a:pt x="53375" y="1343734"/>
                </a:moveTo>
                <a:cubicBezTo>
                  <a:pt x="38293" y="1427871"/>
                  <a:pt x="23212" y="1461209"/>
                  <a:pt x="15275" y="1305634"/>
                </a:cubicBezTo>
                <a:cubicBezTo>
                  <a:pt x="7338" y="1150059"/>
                  <a:pt x="-8537" y="623009"/>
                  <a:pt x="5750" y="410284"/>
                </a:cubicBezTo>
                <a:cubicBezTo>
                  <a:pt x="20037" y="197559"/>
                  <a:pt x="-37113" y="95959"/>
                  <a:pt x="101000" y="29284"/>
                </a:cubicBezTo>
                <a:cubicBezTo>
                  <a:pt x="239113" y="-37391"/>
                  <a:pt x="561375" y="34046"/>
                  <a:pt x="834425" y="10234"/>
                </a:cubicBezTo>
                <a:cubicBezTo>
                  <a:pt x="1107475" y="-13578"/>
                  <a:pt x="1444025" y="41984"/>
                  <a:pt x="1567850" y="57859"/>
                </a:cubicBezTo>
                <a:cubicBezTo>
                  <a:pt x="1691675" y="73734"/>
                  <a:pt x="1586900" y="87227"/>
                  <a:pt x="1577375" y="105484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フリーフォーム: 図形 7">
            <a:extLst>
              <a:ext uri="{FF2B5EF4-FFF2-40B4-BE49-F238E27FC236}">
                <a16:creationId xmlns:a16="http://schemas.microsoft.com/office/drawing/2014/main" id="{758AFDAB-D8DE-451B-A8FA-32D5FCC9870F}"/>
              </a:ext>
            </a:extLst>
          </p:cNvPr>
          <p:cNvSpPr/>
          <p:nvPr/>
        </p:nvSpPr>
        <p:spPr>
          <a:xfrm>
            <a:off x="2019300" y="3765933"/>
            <a:ext cx="1873999" cy="463340"/>
          </a:xfrm>
          <a:custGeom>
            <a:avLst/>
            <a:gdLst>
              <a:gd name="connsiteX0" fmla="*/ 0 w 1873999"/>
              <a:gd name="connsiteY0" fmla="*/ 282192 h 463340"/>
              <a:gd name="connsiteX1" fmla="*/ 142875 w 1873999"/>
              <a:gd name="connsiteY1" fmla="*/ 396492 h 463340"/>
              <a:gd name="connsiteX2" fmla="*/ 457200 w 1873999"/>
              <a:gd name="connsiteY2" fmla="*/ 444117 h 463340"/>
              <a:gd name="connsiteX3" fmla="*/ 1390650 w 1873999"/>
              <a:gd name="connsiteY3" fmla="*/ 463167 h 463340"/>
              <a:gd name="connsiteX4" fmla="*/ 1771650 w 1873999"/>
              <a:gd name="connsiteY4" fmla="*/ 434592 h 463340"/>
              <a:gd name="connsiteX5" fmla="*/ 1866900 w 1873999"/>
              <a:gd name="connsiteY5" fmla="*/ 320292 h 463340"/>
              <a:gd name="connsiteX6" fmla="*/ 1847850 w 1873999"/>
              <a:gd name="connsiteY6" fmla="*/ 34542 h 463340"/>
              <a:gd name="connsiteX7" fmla="*/ 1695450 w 1873999"/>
              <a:gd name="connsiteY7" fmla="*/ 15492 h 463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73999" h="463340">
                <a:moveTo>
                  <a:pt x="0" y="282192"/>
                </a:moveTo>
                <a:cubicBezTo>
                  <a:pt x="33337" y="325848"/>
                  <a:pt x="66675" y="369505"/>
                  <a:pt x="142875" y="396492"/>
                </a:cubicBezTo>
                <a:cubicBezTo>
                  <a:pt x="219075" y="423480"/>
                  <a:pt x="249237" y="433004"/>
                  <a:pt x="457200" y="444117"/>
                </a:cubicBezTo>
                <a:cubicBezTo>
                  <a:pt x="665163" y="455230"/>
                  <a:pt x="1171575" y="464755"/>
                  <a:pt x="1390650" y="463167"/>
                </a:cubicBezTo>
                <a:cubicBezTo>
                  <a:pt x="1609725" y="461580"/>
                  <a:pt x="1692275" y="458404"/>
                  <a:pt x="1771650" y="434592"/>
                </a:cubicBezTo>
                <a:cubicBezTo>
                  <a:pt x="1851025" y="410780"/>
                  <a:pt x="1854200" y="386967"/>
                  <a:pt x="1866900" y="320292"/>
                </a:cubicBezTo>
                <a:cubicBezTo>
                  <a:pt x="1879600" y="253617"/>
                  <a:pt x="1876425" y="85342"/>
                  <a:pt x="1847850" y="34542"/>
                </a:cubicBezTo>
                <a:cubicBezTo>
                  <a:pt x="1819275" y="-16258"/>
                  <a:pt x="1757362" y="-383"/>
                  <a:pt x="1695450" y="15492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フリーフォーム: 図形 8">
            <a:extLst>
              <a:ext uri="{FF2B5EF4-FFF2-40B4-BE49-F238E27FC236}">
                <a16:creationId xmlns:a16="http://schemas.microsoft.com/office/drawing/2014/main" id="{E42D4AC9-699D-493A-96E1-A170E742FDFA}"/>
              </a:ext>
            </a:extLst>
          </p:cNvPr>
          <p:cNvSpPr/>
          <p:nvPr/>
        </p:nvSpPr>
        <p:spPr>
          <a:xfrm>
            <a:off x="1911858" y="3352800"/>
            <a:ext cx="517017" cy="600075"/>
          </a:xfrm>
          <a:custGeom>
            <a:avLst/>
            <a:gdLst>
              <a:gd name="connsiteX0" fmla="*/ 69342 w 517017"/>
              <a:gd name="connsiteY0" fmla="*/ 600075 h 600075"/>
              <a:gd name="connsiteX1" fmla="*/ 2667 w 517017"/>
              <a:gd name="connsiteY1" fmla="*/ 457200 h 600075"/>
              <a:gd name="connsiteX2" fmla="*/ 12192 w 517017"/>
              <a:gd name="connsiteY2" fmla="*/ 104775 h 600075"/>
              <a:gd name="connsiteX3" fmla="*/ 31242 w 517017"/>
              <a:gd name="connsiteY3" fmla="*/ 66675 h 600075"/>
              <a:gd name="connsiteX4" fmla="*/ 107442 w 517017"/>
              <a:gd name="connsiteY4" fmla="*/ 57150 h 600075"/>
              <a:gd name="connsiteX5" fmla="*/ 307467 w 517017"/>
              <a:gd name="connsiteY5" fmla="*/ 76200 h 600075"/>
              <a:gd name="connsiteX6" fmla="*/ 517017 w 517017"/>
              <a:gd name="connsiteY6" fmla="*/ 0 h 60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7017" h="600075">
                <a:moveTo>
                  <a:pt x="69342" y="600075"/>
                </a:moveTo>
                <a:cubicBezTo>
                  <a:pt x="40767" y="569912"/>
                  <a:pt x="12192" y="539750"/>
                  <a:pt x="2667" y="457200"/>
                </a:cubicBezTo>
                <a:cubicBezTo>
                  <a:pt x="-6858" y="374650"/>
                  <a:pt x="12192" y="104775"/>
                  <a:pt x="12192" y="104775"/>
                </a:cubicBezTo>
                <a:cubicBezTo>
                  <a:pt x="16954" y="39688"/>
                  <a:pt x="15367" y="74612"/>
                  <a:pt x="31242" y="66675"/>
                </a:cubicBezTo>
                <a:cubicBezTo>
                  <a:pt x="47117" y="58738"/>
                  <a:pt x="61405" y="55563"/>
                  <a:pt x="107442" y="57150"/>
                </a:cubicBezTo>
                <a:cubicBezTo>
                  <a:pt x="153479" y="58737"/>
                  <a:pt x="239205" y="85725"/>
                  <a:pt x="307467" y="76200"/>
                </a:cubicBezTo>
                <a:cubicBezTo>
                  <a:pt x="375729" y="66675"/>
                  <a:pt x="446373" y="33337"/>
                  <a:pt x="517017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フリーフォーム: 図形 9">
            <a:extLst>
              <a:ext uri="{FF2B5EF4-FFF2-40B4-BE49-F238E27FC236}">
                <a16:creationId xmlns:a16="http://schemas.microsoft.com/office/drawing/2014/main" id="{AE20BDFF-DB32-4A9F-A15A-8CAEFD382934}"/>
              </a:ext>
            </a:extLst>
          </p:cNvPr>
          <p:cNvSpPr/>
          <p:nvPr/>
        </p:nvSpPr>
        <p:spPr>
          <a:xfrm>
            <a:off x="2743200" y="4943475"/>
            <a:ext cx="276225" cy="66753"/>
          </a:xfrm>
          <a:custGeom>
            <a:avLst/>
            <a:gdLst>
              <a:gd name="connsiteX0" fmla="*/ 0 w 276225"/>
              <a:gd name="connsiteY0" fmla="*/ 57150 h 66753"/>
              <a:gd name="connsiteX1" fmla="*/ 95250 w 276225"/>
              <a:gd name="connsiteY1" fmla="*/ 66675 h 66753"/>
              <a:gd name="connsiteX2" fmla="*/ 200025 w 276225"/>
              <a:gd name="connsiteY2" fmla="*/ 57150 h 66753"/>
              <a:gd name="connsiteX3" fmla="*/ 276225 w 276225"/>
              <a:gd name="connsiteY3" fmla="*/ 0 h 66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6225" h="66753">
                <a:moveTo>
                  <a:pt x="0" y="57150"/>
                </a:moveTo>
                <a:cubicBezTo>
                  <a:pt x="30956" y="61912"/>
                  <a:pt x="61913" y="66675"/>
                  <a:pt x="95250" y="66675"/>
                </a:cubicBezTo>
                <a:cubicBezTo>
                  <a:pt x="128587" y="66675"/>
                  <a:pt x="169863" y="68262"/>
                  <a:pt x="200025" y="57150"/>
                </a:cubicBezTo>
                <a:cubicBezTo>
                  <a:pt x="230187" y="46038"/>
                  <a:pt x="253206" y="23019"/>
                  <a:pt x="276225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フリーフォーム: 図形 10">
            <a:extLst>
              <a:ext uri="{FF2B5EF4-FFF2-40B4-BE49-F238E27FC236}">
                <a16:creationId xmlns:a16="http://schemas.microsoft.com/office/drawing/2014/main" id="{CD0DAFC9-BC54-4D3F-BF87-276993C64A8D}"/>
              </a:ext>
            </a:extLst>
          </p:cNvPr>
          <p:cNvSpPr/>
          <p:nvPr/>
        </p:nvSpPr>
        <p:spPr>
          <a:xfrm>
            <a:off x="2276475" y="4943475"/>
            <a:ext cx="361950" cy="68007"/>
          </a:xfrm>
          <a:custGeom>
            <a:avLst/>
            <a:gdLst>
              <a:gd name="connsiteX0" fmla="*/ 361950 w 361950"/>
              <a:gd name="connsiteY0" fmla="*/ 38100 h 68007"/>
              <a:gd name="connsiteX1" fmla="*/ 114300 w 361950"/>
              <a:gd name="connsiteY1" fmla="*/ 66675 h 68007"/>
              <a:gd name="connsiteX2" fmla="*/ 0 w 361950"/>
              <a:gd name="connsiteY2" fmla="*/ 0 h 68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1950" h="68007">
                <a:moveTo>
                  <a:pt x="361950" y="38100"/>
                </a:moveTo>
                <a:cubicBezTo>
                  <a:pt x="268287" y="55562"/>
                  <a:pt x="174625" y="73025"/>
                  <a:pt x="114300" y="66675"/>
                </a:cubicBezTo>
                <a:cubicBezTo>
                  <a:pt x="53975" y="60325"/>
                  <a:pt x="26987" y="30162"/>
                  <a:pt x="0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フリーフォーム: 図形 11">
            <a:extLst>
              <a:ext uri="{FF2B5EF4-FFF2-40B4-BE49-F238E27FC236}">
                <a16:creationId xmlns:a16="http://schemas.microsoft.com/office/drawing/2014/main" id="{2B666A79-F9E1-43CF-9F0B-0D2FC90A0D6F}"/>
              </a:ext>
            </a:extLst>
          </p:cNvPr>
          <p:cNvSpPr/>
          <p:nvPr/>
        </p:nvSpPr>
        <p:spPr>
          <a:xfrm>
            <a:off x="3743325" y="4914900"/>
            <a:ext cx="142875" cy="114856"/>
          </a:xfrm>
          <a:custGeom>
            <a:avLst/>
            <a:gdLst>
              <a:gd name="connsiteX0" fmla="*/ 0 w 142875"/>
              <a:gd name="connsiteY0" fmla="*/ 104775 h 114856"/>
              <a:gd name="connsiteX1" fmla="*/ 104775 w 142875"/>
              <a:gd name="connsiteY1" fmla="*/ 104775 h 114856"/>
              <a:gd name="connsiteX2" fmla="*/ 142875 w 142875"/>
              <a:gd name="connsiteY2" fmla="*/ 0 h 114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2875" h="114856">
                <a:moveTo>
                  <a:pt x="0" y="104775"/>
                </a:moveTo>
                <a:cubicBezTo>
                  <a:pt x="40481" y="113506"/>
                  <a:pt x="80963" y="122237"/>
                  <a:pt x="104775" y="104775"/>
                </a:cubicBezTo>
                <a:cubicBezTo>
                  <a:pt x="128587" y="87313"/>
                  <a:pt x="135731" y="43656"/>
                  <a:pt x="142875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フリーフォーム: 図形 12">
            <a:extLst>
              <a:ext uri="{FF2B5EF4-FFF2-40B4-BE49-F238E27FC236}">
                <a16:creationId xmlns:a16="http://schemas.microsoft.com/office/drawing/2014/main" id="{1166BE57-E008-4750-9CCB-5361CD32BD26}"/>
              </a:ext>
            </a:extLst>
          </p:cNvPr>
          <p:cNvSpPr/>
          <p:nvPr/>
        </p:nvSpPr>
        <p:spPr>
          <a:xfrm>
            <a:off x="2211088" y="5295900"/>
            <a:ext cx="103487" cy="162091"/>
          </a:xfrm>
          <a:custGeom>
            <a:avLst/>
            <a:gdLst>
              <a:gd name="connsiteX0" fmla="*/ 103487 w 103487"/>
              <a:gd name="connsiteY0" fmla="*/ 0 h 162091"/>
              <a:gd name="connsiteX1" fmla="*/ 8237 w 103487"/>
              <a:gd name="connsiteY1" fmla="*/ 95250 h 162091"/>
              <a:gd name="connsiteX2" fmla="*/ 8237 w 103487"/>
              <a:gd name="connsiteY2" fmla="*/ 161925 h 162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487" h="162091">
                <a:moveTo>
                  <a:pt x="103487" y="0"/>
                </a:moveTo>
                <a:cubicBezTo>
                  <a:pt x="63799" y="34131"/>
                  <a:pt x="24112" y="68263"/>
                  <a:pt x="8237" y="95250"/>
                </a:cubicBezTo>
                <a:cubicBezTo>
                  <a:pt x="-7638" y="122238"/>
                  <a:pt x="3475" y="165100"/>
                  <a:pt x="8237" y="161925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フリーフォーム: 図形 13">
            <a:extLst>
              <a:ext uri="{FF2B5EF4-FFF2-40B4-BE49-F238E27FC236}">
                <a16:creationId xmlns:a16="http://schemas.microsoft.com/office/drawing/2014/main" id="{510799D2-3D91-4608-873D-029C8338EE16}"/>
              </a:ext>
            </a:extLst>
          </p:cNvPr>
          <p:cNvSpPr/>
          <p:nvPr/>
        </p:nvSpPr>
        <p:spPr>
          <a:xfrm>
            <a:off x="2022486" y="5193242"/>
            <a:ext cx="311139" cy="578908"/>
          </a:xfrm>
          <a:custGeom>
            <a:avLst/>
            <a:gdLst>
              <a:gd name="connsiteX0" fmla="*/ 311139 w 311139"/>
              <a:gd name="connsiteY0" fmla="*/ 16933 h 578908"/>
              <a:gd name="connsiteX1" fmla="*/ 158739 w 311139"/>
              <a:gd name="connsiteY1" fmla="*/ 7408 h 578908"/>
              <a:gd name="connsiteX2" fmla="*/ 25389 w 311139"/>
              <a:gd name="connsiteY2" fmla="*/ 112183 h 578908"/>
              <a:gd name="connsiteX3" fmla="*/ 15864 w 311139"/>
              <a:gd name="connsiteY3" fmla="*/ 293158 h 578908"/>
              <a:gd name="connsiteX4" fmla="*/ 6339 w 311139"/>
              <a:gd name="connsiteY4" fmla="*/ 474133 h 578908"/>
              <a:gd name="connsiteX5" fmla="*/ 120639 w 311139"/>
              <a:gd name="connsiteY5" fmla="*/ 578908 h 578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1139" h="578908">
                <a:moveTo>
                  <a:pt x="311139" y="16933"/>
                </a:moveTo>
                <a:cubicBezTo>
                  <a:pt x="258751" y="4233"/>
                  <a:pt x="206364" y="-8467"/>
                  <a:pt x="158739" y="7408"/>
                </a:cubicBezTo>
                <a:cubicBezTo>
                  <a:pt x="111114" y="23283"/>
                  <a:pt x="49201" y="64558"/>
                  <a:pt x="25389" y="112183"/>
                </a:cubicBezTo>
                <a:cubicBezTo>
                  <a:pt x="1576" y="159808"/>
                  <a:pt x="15864" y="293158"/>
                  <a:pt x="15864" y="293158"/>
                </a:cubicBezTo>
                <a:cubicBezTo>
                  <a:pt x="12689" y="353483"/>
                  <a:pt x="-11124" y="426508"/>
                  <a:pt x="6339" y="474133"/>
                </a:cubicBezTo>
                <a:cubicBezTo>
                  <a:pt x="23801" y="521758"/>
                  <a:pt x="72220" y="550333"/>
                  <a:pt x="120639" y="578908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フリーフォーム: 図形 14">
            <a:extLst>
              <a:ext uri="{FF2B5EF4-FFF2-40B4-BE49-F238E27FC236}">
                <a16:creationId xmlns:a16="http://schemas.microsoft.com/office/drawing/2014/main" id="{A8986948-954C-4BFC-8E71-54438EB39674}"/>
              </a:ext>
            </a:extLst>
          </p:cNvPr>
          <p:cNvSpPr/>
          <p:nvPr/>
        </p:nvSpPr>
        <p:spPr>
          <a:xfrm>
            <a:off x="3038475" y="5286375"/>
            <a:ext cx="104775" cy="200025"/>
          </a:xfrm>
          <a:custGeom>
            <a:avLst/>
            <a:gdLst>
              <a:gd name="connsiteX0" fmla="*/ 104775 w 104775"/>
              <a:gd name="connsiteY0" fmla="*/ 0 h 200025"/>
              <a:gd name="connsiteX1" fmla="*/ 38100 w 104775"/>
              <a:gd name="connsiteY1" fmla="*/ 85725 h 200025"/>
              <a:gd name="connsiteX2" fmla="*/ 0 w 104775"/>
              <a:gd name="connsiteY2" fmla="*/ 200025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4775" h="200025">
                <a:moveTo>
                  <a:pt x="104775" y="0"/>
                </a:moveTo>
                <a:cubicBezTo>
                  <a:pt x="80168" y="26194"/>
                  <a:pt x="55562" y="52388"/>
                  <a:pt x="38100" y="85725"/>
                </a:cubicBezTo>
                <a:cubicBezTo>
                  <a:pt x="20638" y="119062"/>
                  <a:pt x="10319" y="159543"/>
                  <a:pt x="0" y="200025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フリーフォーム: 図形 15">
            <a:extLst>
              <a:ext uri="{FF2B5EF4-FFF2-40B4-BE49-F238E27FC236}">
                <a16:creationId xmlns:a16="http://schemas.microsoft.com/office/drawing/2014/main" id="{AADDFE37-C740-4A70-A9B4-C908ABFF3877}"/>
              </a:ext>
            </a:extLst>
          </p:cNvPr>
          <p:cNvSpPr/>
          <p:nvPr/>
        </p:nvSpPr>
        <p:spPr>
          <a:xfrm>
            <a:off x="2725192" y="5209470"/>
            <a:ext cx="408533" cy="562680"/>
          </a:xfrm>
          <a:custGeom>
            <a:avLst/>
            <a:gdLst>
              <a:gd name="connsiteX0" fmla="*/ 408533 w 408533"/>
              <a:gd name="connsiteY0" fmla="*/ 705 h 562680"/>
              <a:gd name="connsiteX1" fmla="*/ 303758 w 408533"/>
              <a:gd name="connsiteY1" fmla="*/ 705 h 562680"/>
              <a:gd name="connsiteX2" fmla="*/ 208508 w 408533"/>
              <a:gd name="connsiteY2" fmla="*/ 10230 h 562680"/>
              <a:gd name="connsiteX3" fmla="*/ 132308 w 408533"/>
              <a:gd name="connsiteY3" fmla="*/ 57855 h 562680"/>
              <a:gd name="connsiteX4" fmla="*/ 37058 w 408533"/>
              <a:gd name="connsiteY4" fmla="*/ 219780 h 562680"/>
              <a:gd name="connsiteX5" fmla="*/ 8483 w 408533"/>
              <a:gd name="connsiteY5" fmla="*/ 438855 h 562680"/>
              <a:gd name="connsiteX6" fmla="*/ 179933 w 408533"/>
              <a:gd name="connsiteY6" fmla="*/ 562680 h 562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8533" h="562680">
                <a:moveTo>
                  <a:pt x="408533" y="705"/>
                </a:moveTo>
                <a:cubicBezTo>
                  <a:pt x="373608" y="705"/>
                  <a:pt x="337095" y="-882"/>
                  <a:pt x="303758" y="705"/>
                </a:cubicBezTo>
                <a:cubicBezTo>
                  <a:pt x="270421" y="2292"/>
                  <a:pt x="237083" y="705"/>
                  <a:pt x="208508" y="10230"/>
                </a:cubicBezTo>
                <a:cubicBezTo>
                  <a:pt x="179933" y="19755"/>
                  <a:pt x="160883" y="22930"/>
                  <a:pt x="132308" y="57855"/>
                </a:cubicBezTo>
                <a:cubicBezTo>
                  <a:pt x="103733" y="92780"/>
                  <a:pt x="57695" y="156280"/>
                  <a:pt x="37058" y="219780"/>
                </a:cubicBezTo>
                <a:cubicBezTo>
                  <a:pt x="16421" y="283280"/>
                  <a:pt x="-15329" y="381705"/>
                  <a:pt x="8483" y="438855"/>
                </a:cubicBezTo>
                <a:cubicBezTo>
                  <a:pt x="32295" y="496005"/>
                  <a:pt x="106114" y="529342"/>
                  <a:pt x="179933" y="56268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フリーフォーム: 図形 16">
            <a:extLst>
              <a:ext uri="{FF2B5EF4-FFF2-40B4-BE49-F238E27FC236}">
                <a16:creationId xmlns:a16="http://schemas.microsoft.com/office/drawing/2014/main" id="{FFE1B30B-68E7-4E35-9399-62ACC03477C7}"/>
              </a:ext>
            </a:extLst>
          </p:cNvPr>
          <p:cNvSpPr/>
          <p:nvPr/>
        </p:nvSpPr>
        <p:spPr>
          <a:xfrm>
            <a:off x="5810250" y="2121483"/>
            <a:ext cx="180975" cy="97842"/>
          </a:xfrm>
          <a:custGeom>
            <a:avLst/>
            <a:gdLst>
              <a:gd name="connsiteX0" fmla="*/ 0 w 180975"/>
              <a:gd name="connsiteY0" fmla="*/ 97842 h 97842"/>
              <a:gd name="connsiteX1" fmla="*/ 104775 w 180975"/>
              <a:gd name="connsiteY1" fmla="*/ 12117 h 97842"/>
              <a:gd name="connsiteX2" fmla="*/ 180975 w 180975"/>
              <a:gd name="connsiteY2" fmla="*/ 2592 h 97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0975" h="97842">
                <a:moveTo>
                  <a:pt x="0" y="97842"/>
                </a:moveTo>
                <a:cubicBezTo>
                  <a:pt x="37306" y="62917"/>
                  <a:pt x="74613" y="27992"/>
                  <a:pt x="104775" y="12117"/>
                </a:cubicBezTo>
                <a:cubicBezTo>
                  <a:pt x="134937" y="-3758"/>
                  <a:pt x="157956" y="-583"/>
                  <a:pt x="180975" y="2592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フリーフォーム: 図形 17">
            <a:extLst>
              <a:ext uri="{FF2B5EF4-FFF2-40B4-BE49-F238E27FC236}">
                <a16:creationId xmlns:a16="http://schemas.microsoft.com/office/drawing/2014/main" id="{F16617DE-09BC-4964-885D-C999734F567F}"/>
              </a:ext>
            </a:extLst>
          </p:cNvPr>
          <p:cNvSpPr/>
          <p:nvPr/>
        </p:nvSpPr>
        <p:spPr>
          <a:xfrm>
            <a:off x="5810249" y="2276871"/>
            <a:ext cx="524127" cy="191745"/>
          </a:xfrm>
          <a:custGeom>
            <a:avLst/>
            <a:gdLst>
              <a:gd name="connsiteX0" fmla="*/ 7746 w 541146"/>
              <a:gd name="connsiteY0" fmla="*/ 0 h 201290"/>
              <a:gd name="connsiteX1" fmla="*/ 17271 w 541146"/>
              <a:gd name="connsiteY1" fmla="*/ 85725 h 201290"/>
              <a:gd name="connsiteX2" fmla="*/ 160146 w 541146"/>
              <a:gd name="connsiteY2" fmla="*/ 161925 h 201290"/>
              <a:gd name="connsiteX3" fmla="*/ 331596 w 541146"/>
              <a:gd name="connsiteY3" fmla="*/ 200025 h 201290"/>
              <a:gd name="connsiteX4" fmla="*/ 503046 w 541146"/>
              <a:gd name="connsiteY4" fmla="*/ 180975 h 201290"/>
              <a:gd name="connsiteX5" fmla="*/ 541146 w 541146"/>
              <a:gd name="connsiteY5" fmla="*/ 76200 h 201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1146" h="201290">
                <a:moveTo>
                  <a:pt x="7746" y="0"/>
                </a:moveTo>
                <a:cubicBezTo>
                  <a:pt x="-192" y="29369"/>
                  <a:pt x="-8129" y="58738"/>
                  <a:pt x="17271" y="85725"/>
                </a:cubicBezTo>
                <a:cubicBezTo>
                  <a:pt x="42671" y="112713"/>
                  <a:pt x="107759" y="142875"/>
                  <a:pt x="160146" y="161925"/>
                </a:cubicBezTo>
                <a:cubicBezTo>
                  <a:pt x="212534" y="180975"/>
                  <a:pt x="274446" y="196850"/>
                  <a:pt x="331596" y="200025"/>
                </a:cubicBezTo>
                <a:cubicBezTo>
                  <a:pt x="388746" y="203200"/>
                  <a:pt x="468121" y="201613"/>
                  <a:pt x="503046" y="180975"/>
                </a:cubicBezTo>
                <a:cubicBezTo>
                  <a:pt x="537971" y="160337"/>
                  <a:pt x="539558" y="118268"/>
                  <a:pt x="541146" y="762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フリーフォーム: 図形 18">
            <a:extLst>
              <a:ext uri="{FF2B5EF4-FFF2-40B4-BE49-F238E27FC236}">
                <a16:creationId xmlns:a16="http://schemas.microsoft.com/office/drawing/2014/main" id="{6418D084-4342-4964-928C-1F7C619B4674}"/>
              </a:ext>
            </a:extLst>
          </p:cNvPr>
          <p:cNvSpPr/>
          <p:nvPr/>
        </p:nvSpPr>
        <p:spPr>
          <a:xfrm>
            <a:off x="7229475" y="2114550"/>
            <a:ext cx="180790" cy="285750"/>
          </a:xfrm>
          <a:custGeom>
            <a:avLst/>
            <a:gdLst>
              <a:gd name="connsiteX0" fmla="*/ 142875 w 180790"/>
              <a:gd name="connsiteY0" fmla="*/ 0 h 285750"/>
              <a:gd name="connsiteX1" fmla="*/ 171450 w 180790"/>
              <a:gd name="connsiteY1" fmla="*/ 152400 h 285750"/>
              <a:gd name="connsiteX2" fmla="*/ 0 w 180790"/>
              <a:gd name="connsiteY2" fmla="*/ 28575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0790" h="285750">
                <a:moveTo>
                  <a:pt x="142875" y="0"/>
                </a:moveTo>
                <a:cubicBezTo>
                  <a:pt x="169069" y="52387"/>
                  <a:pt x="195263" y="104775"/>
                  <a:pt x="171450" y="152400"/>
                </a:cubicBezTo>
                <a:cubicBezTo>
                  <a:pt x="147638" y="200025"/>
                  <a:pt x="73819" y="242887"/>
                  <a:pt x="0" y="28575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フリーフォーム: 図形 19">
            <a:extLst>
              <a:ext uri="{FF2B5EF4-FFF2-40B4-BE49-F238E27FC236}">
                <a16:creationId xmlns:a16="http://schemas.microsoft.com/office/drawing/2014/main" id="{FA884067-57F3-4FFD-8107-2AEFE9192B03}"/>
              </a:ext>
            </a:extLst>
          </p:cNvPr>
          <p:cNvSpPr/>
          <p:nvPr/>
        </p:nvSpPr>
        <p:spPr>
          <a:xfrm>
            <a:off x="5667329" y="2559141"/>
            <a:ext cx="1733596" cy="450759"/>
          </a:xfrm>
          <a:custGeom>
            <a:avLst/>
            <a:gdLst>
              <a:gd name="connsiteX0" fmla="*/ 1733596 w 1733596"/>
              <a:gd name="connsiteY0" fmla="*/ 107859 h 450759"/>
              <a:gd name="connsiteX1" fmla="*/ 1571671 w 1733596"/>
              <a:gd name="connsiteY1" fmla="*/ 12609 h 450759"/>
              <a:gd name="connsiteX2" fmla="*/ 1152571 w 1733596"/>
              <a:gd name="connsiteY2" fmla="*/ 3084 h 450759"/>
              <a:gd name="connsiteX3" fmla="*/ 114346 w 1733596"/>
              <a:gd name="connsiteY3" fmla="*/ 31659 h 450759"/>
              <a:gd name="connsiteX4" fmla="*/ 19096 w 1733596"/>
              <a:gd name="connsiteY4" fmla="*/ 155484 h 450759"/>
              <a:gd name="connsiteX5" fmla="*/ 47671 w 1733596"/>
              <a:gd name="connsiteY5" fmla="*/ 355509 h 450759"/>
              <a:gd name="connsiteX6" fmla="*/ 133396 w 1733596"/>
              <a:gd name="connsiteY6" fmla="*/ 450759 h 450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33596" h="450759">
                <a:moveTo>
                  <a:pt x="1733596" y="107859"/>
                </a:moveTo>
                <a:cubicBezTo>
                  <a:pt x="1701052" y="68965"/>
                  <a:pt x="1668508" y="30071"/>
                  <a:pt x="1571671" y="12609"/>
                </a:cubicBezTo>
                <a:cubicBezTo>
                  <a:pt x="1474833" y="-4854"/>
                  <a:pt x="1395458" y="-91"/>
                  <a:pt x="1152571" y="3084"/>
                </a:cubicBezTo>
                <a:cubicBezTo>
                  <a:pt x="909684" y="6259"/>
                  <a:pt x="303258" y="6259"/>
                  <a:pt x="114346" y="31659"/>
                </a:cubicBezTo>
                <a:cubicBezTo>
                  <a:pt x="-74566" y="57059"/>
                  <a:pt x="30208" y="101509"/>
                  <a:pt x="19096" y="155484"/>
                </a:cubicBezTo>
                <a:cubicBezTo>
                  <a:pt x="7984" y="209459"/>
                  <a:pt x="28621" y="306297"/>
                  <a:pt x="47671" y="355509"/>
                </a:cubicBezTo>
                <a:cubicBezTo>
                  <a:pt x="66721" y="404722"/>
                  <a:pt x="100058" y="427740"/>
                  <a:pt x="133396" y="450759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フリーフォーム: 図形 20">
            <a:extLst>
              <a:ext uri="{FF2B5EF4-FFF2-40B4-BE49-F238E27FC236}">
                <a16:creationId xmlns:a16="http://schemas.microsoft.com/office/drawing/2014/main" id="{0568FE21-5538-4DC8-A0CE-C99E24AEC561}"/>
              </a:ext>
            </a:extLst>
          </p:cNvPr>
          <p:cNvSpPr/>
          <p:nvPr/>
        </p:nvSpPr>
        <p:spPr>
          <a:xfrm>
            <a:off x="6124575" y="2781300"/>
            <a:ext cx="1469231" cy="1401974"/>
          </a:xfrm>
          <a:custGeom>
            <a:avLst/>
            <a:gdLst>
              <a:gd name="connsiteX0" fmla="*/ 1371600 w 1469231"/>
              <a:gd name="connsiteY0" fmla="*/ 0 h 1401974"/>
              <a:gd name="connsiteX1" fmla="*/ 1447800 w 1469231"/>
              <a:gd name="connsiteY1" fmla="*/ 161925 h 1401974"/>
              <a:gd name="connsiteX2" fmla="*/ 1466850 w 1469231"/>
              <a:gd name="connsiteY2" fmla="*/ 495300 h 1401974"/>
              <a:gd name="connsiteX3" fmla="*/ 1466850 w 1469231"/>
              <a:gd name="connsiteY3" fmla="*/ 1085850 h 1401974"/>
              <a:gd name="connsiteX4" fmla="*/ 1447800 w 1469231"/>
              <a:gd name="connsiteY4" fmla="*/ 1295400 h 1401974"/>
              <a:gd name="connsiteX5" fmla="*/ 1314450 w 1469231"/>
              <a:gd name="connsiteY5" fmla="*/ 1390650 h 1401974"/>
              <a:gd name="connsiteX6" fmla="*/ 762000 w 1469231"/>
              <a:gd name="connsiteY6" fmla="*/ 1400175 h 1401974"/>
              <a:gd name="connsiteX7" fmla="*/ 219075 w 1469231"/>
              <a:gd name="connsiteY7" fmla="*/ 1390650 h 1401974"/>
              <a:gd name="connsiteX8" fmla="*/ 104775 w 1469231"/>
              <a:gd name="connsiteY8" fmla="*/ 1362075 h 1401974"/>
              <a:gd name="connsiteX9" fmla="*/ 0 w 1469231"/>
              <a:gd name="connsiteY9" fmla="*/ 1238250 h 1401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69231" h="1401974">
                <a:moveTo>
                  <a:pt x="1371600" y="0"/>
                </a:moveTo>
                <a:cubicBezTo>
                  <a:pt x="1401762" y="39687"/>
                  <a:pt x="1431925" y="79375"/>
                  <a:pt x="1447800" y="161925"/>
                </a:cubicBezTo>
                <a:cubicBezTo>
                  <a:pt x="1463675" y="244475"/>
                  <a:pt x="1463675" y="341313"/>
                  <a:pt x="1466850" y="495300"/>
                </a:cubicBezTo>
                <a:cubicBezTo>
                  <a:pt x="1470025" y="649287"/>
                  <a:pt x="1470025" y="952500"/>
                  <a:pt x="1466850" y="1085850"/>
                </a:cubicBezTo>
                <a:cubicBezTo>
                  <a:pt x="1463675" y="1219200"/>
                  <a:pt x="1473200" y="1244600"/>
                  <a:pt x="1447800" y="1295400"/>
                </a:cubicBezTo>
                <a:cubicBezTo>
                  <a:pt x="1422400" y="1346200"/>
                  <a:pt x="1428750" y="1373188"/>
                  <a:pt x="1314450" y="1390650"/>
                </a:cubicBezTo>
                <a:cubicBezTo>
                  <a:pt x="1200150" y="1408112"/>
                  <a:pt x="944562" y="1400175"/>
                  <a:pt x="762000" y="1400175"/>
                </a:cubicBezTo>
                <a:cubicBezTo>
                  <a:pt x="579438" y="1400175"/>
                  <a:pt x="328612" y="1397000"/>
                  <a:pt x="219075" y="1390650"/>
                </a:cubicBezTo>
                <a:cubicBezTo>
                  <a:pt x="109538" y="1384300"/>
                  <a:pt x="141287" y="1387475"/>
                  <a:pt x="104775" y="1362075"/>
                </a:cubicBezTo>
                <a:cubicBezTo>
                  <a:pt x="68263" y="1336675"/>
                  <a:pt x="34131" y="1287462"/>
                  <a:pt x="0" y="123825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フリーフォーム: 図形 21">
            <a:extLst>
              <a:ext uri="{FF2B5EF4-FFF2-40B4-BE49-F238E27FC236}">
                <a16:creationId xmlns:a16="http://schemas.microsoft.com/office/drawing/2014/main" id="{1FE4325C-417E-4F07-97F2-991256E56AC8}"/>
              </a:ext>
            </a:extLst>
          </p:cNvPr>
          <p:cNvSpPr/>
          <p:nvPr/>
        </p:nvSpPr>
        <p:spPr>
          <a:xfrm>
            <a:off x="5972175" y="4876800"/>
            <a:ext cx="152400" cy="190500"/>
          </a:xfrm>
          <a:custGeom>
            <a:avLst/>
            <a:gdLst>
              <a:gd name="connsiteX0" fmla="*/ 0 w 152400"/>
              <a:gd name="connsiteY0" fmla="*/ 190500 h 190500"/>
              <a:gd name="connsiteX1" fmla="*/ 114300 w 152400"/>
              <a:gd name="connsiteY1" fmla="*/ 152400 h 190500"/>
              <a:gd name="connsiteX2" fmla="*/ 152400 w 152400"/>
              <a:gd name="connsiteY2" fmla="*/ 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2400" h="190500">
                <a:moveTo>
                  <a:pt x="0" y="190500"/>
                </a:moveTo>
                <a:cubicBezTo>
                  <a:pt x="44450" y="187325"/>
                  <a:pt x="88900" y="184150"/>
                  <a:pt x="114300" y="152400"/>
                </a:cubicBezTo>
                <a:cubicBezTo>
                  <a:pt x="139700" y="120650"/>
                  <a:pt x="146050" y="60325"/>
                  <a:pt x="152400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フリーフォーム: 図形 22">
            <a:extLst>
              <a:ext uri="{FF2B5EF4-FFF2-40B4-BE49-F238E27FC236}">
                <a16:creationId xmlns:a16="http://schemas.microsoft.com/office/drawing/2014/main" id="{4D61525C-245B-4567-A79D-9B4307F0E562}"/>
              </a:ext>
            </a:extLst>
          </p:cNvPr>
          <p:cNvSpPr/>
          <p:nvPr/>
        </p:nvSpPr>
        <p:spPr>
          <a:xfrm>
            <a:off x="7000875" y="4905375"/>
            <a:ext cx="285750" cy="125298"/>
          </a:xfrm>
          <a:custGeom>
            <a:avLst/>
            <a:gdLst>
              <a:gd name="connsiteX0" fmla="*/ 0 w 285750"/>
              <a:gd name="connsiteY0" fmla="*/ 114300 h 125298"/>
              <a:gd name="connsiteX1" fmla="*/ 180975 w 285750"/>
              <a:gd name="connsiteY1" fmla="*/ 114300 h 125298"/>
              <a:gd name="connsiteX2" fmla="*/ 285750 w 285750"/>
              <a:gd name="connsiteY2" fmla="*/ 0 h 125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5750" h="125298">
                <a:moveTo>
                  <a:pt x="0" y="114300"/>
                </a:moveTo>
                <a:cubicBezTo>
                  <a:pt x="66675" y="123825"/>
                  <a:pt x="133350" y="133350"/>
                  <a:pt x="180975" y="114300"/>
                </a:cubicBezTo>
                <a:cubicBezTo>
                  <a:pt x="228600" y="95250"/>
                  <a:pt x="257175" y="47625"/>
                  <a:pt x="285750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フリーフォーム: 図形 23">
            <a:extLst>
              <a:ext uri="{FF2B5EF4-FFF2-40B4-BE49-F238E27FC236}">
                <a16:creationId xmlns:a16="http://schemas.microsoft.com/office/drawing/2014/main" id="{5E240586-245F-4E4B-9F64-AB2D4076186C}"/>
              </a:ext>
            </a:extLst>
          </p:cNvPr>
          <p:cNvSpPr/>
          <p:nvPr/>
        </p:nvSpPr>
        <p:spPr>
          <a:xfrm>
            <a:off x="6486525" y="4943475"/>
            <a:ext cx="381000" cy="104775"/>
          </a:xfrm>
          <a:custGeom>
            <a:avLst/>
            <a:gdLst>
              <a:gd name="connsiteX0" fmla="*/ 381000 w 381000"/>
              <a:gd name="connsiteY0" fmla="*/ 85725 h 104775"/>
              <a:gd name="connsiteX1" fmla="*/ 247650 w 381000"/>
              <a:gd name="connsiteY1" fmla="*/ 104775 h 104775"/>
              <a:gd name="connsiteX2" fmla="*/ 104775 w 381000"/>
              <a:gd name="connsiteY2" fmla="*/ 85725 h 104775"/>
              <a:gd name="connsiteX3" fmla="*/ 0 w 381000"/>
              <a:gd name="connsiteY3" fmla="*/ 0 h 104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000" h="104775">
                <a:moveTo>
                  <a:pt x="381000" y="85725"/>
                </a:moveTo>
                <a:cubicBezTo>
                  <a:pt x="337343" y="95250"/>
                  <a:pt x="293687" y="104775"/>
                  <a:pt x="247650" y="104775"/>
                </a:cubicBezTo>
                <a:cubicBezTo>
                  <a:pt x="201613" y="104775"/>
                  <a:pt x="146050" y="103188"/>
                  <a:pt x="104775" y="85725"/>
                </a:cubicBezTo>
                <a:cubicBezTo>
                  <a:pt x="63500" y="68262"/>
                  <a:pt x="31750" y="34131"/>
                  <a:pt x="0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フリーフォーム: 図形 24">
            <a:extLst>
              <a:ext uri="{FF2B5EF4-FFF2-40B4-BE49-F238E27FC236}">
                <a16:creationId xmlns:a16="http://schemas.microsoft.com/office/drawing/2014/main" id="{24091BE3-8F50-4012-8866-3D7984DD03EC}"/>
              </a:ext>
            </a:extLst>
          </p:cNvPr>
          <p:cNvSpPr/>
          <p:nvPr/>
        </p:nvSpPr>
        <p:spPr>
          <a:xfrm>
            <a:off x="6810375" y="5274734"/>
            <a:ext cx="295275" cy="154516"/>
          </a:xfrm>
          <a:custGeom>
            <a:avLst/>
            <a:gdLst>
              <a:gd name="connsiteX0" fmla="*/ 0 w 295275"/>
              <a:gd name="connsiteY0" fmla="*/ 2116 h 154516"/>
              <a:gd name="connsiteX1" fmla="*/ 228600 w 295275"/>
              <a:gd name="connsiteY1" fmla="*/ 21166 h 154516"/>
              <a:gd name="connsiteX2" fmla="*/ 295275 w 295275"/>
              <a:gd name="connsiteY2" fmla="*/ 154516 h 154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5275" h="154516">
                <a:moveTo>
                  <a:pt x="0" y="2116"/>
                </a:moveTo>
                <a:cubicBezTo>
                  <a:pt x="89694" y="-1059"/>
                  <a:pt x="179388" y="-4234"/>
                  <a:pt x="228600" y="21166"/>
                </a:cubicBezTo>
                <a:cubicBezTo>
                  <a:pt x="277812" y="46566"/>
                  <a:pt x="286543" y="100541"/>
                  <a:pt x="295275" y="154516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フリーフォーム: 図形 25">
            <a:extLst>
              <a:ext uri="{FF2B5EF4-FFF2-40B4-BE49-F238E27FC236}">
                <a16:creationId xmlns:a16="http://schemas.microsoft.com/office/drawing/2014/main" id="{3942F5A3-B2FB-44FE-92D6-4C1995017CCF}"/>
              </a:ext>
            </a:extLst>
          </p:cNvPr>
          <p:cNvSpPr/>
          <p:nvPr/>
        </p:nvSpPr>
        <p:spPr>
          <a:xfrm>
            <a:off x="6362700" y="5276850"/>
            <a:ext cx="314325" cy="161925"/>
          </a:xfrm>
          <a:custGeom>
            <a:avLst/>
            <a:gdLst>
              <a:gd name="connsiteX0" fmla="*/ 314325 w 314325"/>
              <a:gd name="connsiteY0" fmla="*/ 0 h 161925"/>
              <a:gd name="connsiteX1" fmla="*/ 142875 w 314325"/>
              <a:gd name="connsiteY1" fmla="*/ 28575 h 161925"/>
              <a:gd name="connsiteX2" fmla="*/ 57150 w 314325"/>
              <a:gd name="connsiteY2" fmla="*/ 28575 h 161925"/>
              <a:gd name="connsiteX3" fmla="*/ 0 w 314325"/>
              <a:gd name="connsiteY3" fmla="*/ 161925 h 161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4325" h="161925">
                <a:moveTo>
                  <a:pt x="314325" y="0"/>
                </a:moveTo>
                <a:cubicBezTo>
                  <a:pt x="250031" y="11906"/>
                  <a:pt x="185737" y="23813"/>
                  <a:pt x="142875" y="28575"/>
                </a:cubicBezTo>
                <a:cubicBezTo>
                  <a:pt x="100012" y="33338"/>
                  <a:pt x="80962" y="6350"/>
                  <a:pt x="57150" y="28575"/>
                </a:cubicBezTo>
                <a:cubicBezTo>
                  <a:pt x="33338" y="50800"/>
                  <a:pt x="16669" y="106362"/>
                  <a:pt x="0" y="161925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フリーフォーム: 図形 26">
            <a:extLst>
              <a:ext uri="{FF2B5EF4-FFF2-40B4-BE49-F238E27FC236}">
                <a16:creationId xmlns:a16="http://schemas.microsoft.com/office/drawing/2014/main" id="{26EADB0E-10BF-4DB4-9357-1FA95738852C}"/>
              </a:ext>
            </a:extLst>
          </p:cNvPr>
          <p:cNvSpPr/>
          <p:nvPr/>
        </p:nvSpPr>
        <p:spPr>
          <a:xfrm>
            <a:off x="5707826" y="1119532"/>
            <a:ext cx="1877079" cy="928344"/>
          </a:xfrm>
          <a:custGeom>
            <a:avLst/>
            <a:gdLst>
              <a:gd name="connsiteX0" fmla="*/ 1702169 w 1914724"/>
              <a:gd name="connsiteY0" fmla="*/ 909813 h 909813"/>
              <a:gd name="connsiteX1" fmla="*/ 1845044 w 1914724"/>
              <a:gd name="connsiteY1" fmla="*/ 833613 h 909813"/>
              <a:gd name="connsiteX2" fmla="*/ 1911719 w 1914724"/>
              <a:gd name="connsiteY2" fmla="*/ 643113 h 909813"/>
              <a:gd name="connsiteX3" fmla="*/ 1902194 w 1914724"/>
              <a:gd name="connsiteY3" fmla="*/ 214488 h 909813"/>
              <a:gd name="connsiteX4" fmla="*/ 1892669 w 1914724"/>
              <a:gd name="connsiteY4" fmla="*/ 43038 h 909813"/>
              <a:gd name="connsiteX5" fmla="*/ 1787894 w 1914724"/>
              <a:gd name="connsiteY5" fmla="*/ 4938 h 909813"/>
              <a:gd name="connsiteX6" fmla="*/ 1244969 w 1914724"/>
              <a:gd name="connsiteY6" fmla="*/ 4938 h 909813"/>
              <a:gd name="connsiteX7" fmla="*/ 101969 w 1914724"/>
              <a:gd name="connsiteY7" fmla="*/ 4938 h 909813"/>
              <a:gd name="connsiteX8" fmla="*/ 44819 w 1914724"/>
              <a:gd name="connsiteY8" fmla="*/ 71613 h 909813"/>
              <a:gd name="connsiteX9" fmla="*/ 6719 w 1914724"/>
              <a:gd name="connsiteY9" fmla="*/ 290688 h 909813"/>
              <a:gd name="connsiteX10" fmla="*/ 101969 w 1914724"/>
              <a:gd name="connsiteY10" fmla="*/ 490713 h 909813"/>
              <a:gd name="connsiteX0" fmla="*/ 1698614 w 1911169"/>
              <a:gd name="connsiteY0" fmla="*/ 907698 h 907698"/>
              <a:gd name="connsiteX1" fmla="*/ 1841489 w 1911169"/>
              <a:gd name="connsiteY1" fmla="*/ 831498 h 907698"/>
              <a:gd name="connsiteX2" fmla="*/ 1908164 w 1911169"/>
              <a:gd name="connsiteY2" fmla="*/ 640998 h 907698"/>
              <a:gd name="connsiteX3" fmla="*/ 1898639 w 1911169"/>
              <a:gd name="connsiteY3" fmla="*/ 212373 h 907698"/>
              <a:gd name="connsiteX4" fmla="*/ 1889114 w 1911169"/>
              <a:gd name="connsiteY4" fmla="*/ 40923 h 907698"/>
              <a:gd name="connsiteX5" fmla="*/ 1784339 w 1911169"/>
              <a:gd name="connsiteY5" fmla="*/ 2823 h 907698"/>
              <a:gd name="connsiteX6" fmla="*/ 1241414 w 1911169"/>
              <a:gd name="connsiteY6" fmla="*/ 2823 h 907698"/>
              <a:gd name="connsiteX7" fmla="*/ 98414 w 1911169"/>
              <a:gd name="connsiteY7" fmla="*/ 2823 h 907698"/>
              <a:gd name="connsiteX8" fmla="*/ 212714 w 1911169"/>
              <a:gd name="connsiteY8" fmla="*/ 40923 h 907698"/>
              <a:gd name="connsiteX9" fmla="*/ 3164 w 1911169"/>
              <a:gd name="connsiteY9" fmla="*/ 288573 h 907698"/>
              <a:gd name="connsiteX10" fmla="*/ 98414 w 1911169"/>
              <a:gd name="connsiteY10" fmla="*/ 488598 h 907698"/>
              <a:gd name="connsiteX0" fmla="*/ 1729983 w 1942538"/>
              <a:gd name="connsiteY0" fmla="*/ 911224 h 911224"/>
              <a:gd name="connsiteX1" fmla="*/ 1872858 w 1942538"/>
              <a:gd name="connsiteY1" fmla="*/ 835024 h 911224"/>
              <a:gd name="connsiteX2" fmla="*/ 1939533 w 1942538"/>
              <a:gd name="connsiteY2" fmla="*/ 644524 h 911224"/>
              <a:gd name="connsiteX3" fmla="*/ 1930008 w 1942538"/>
              <a:gd name="connsiteY3" fmla="*/ 215899 h 911224"/>
              <a:gd name="connsiteX4" fmla="*/ 1920483 w 1942538"/>
              <a:gd name="connsiteY4" fmla="*/ 44449 h 911224"/>
              <a:gd name="connsiteX5" fmla="*/ 1815708 w 1942538"/>
              <a:gd name="connsiteY5" fmla="*/ 6349 h 911224"/>
              <a:gd name="connsiteX6" fmla="*/ 1272783 w 1942538"/>
              <a:gd name="connsiteY6" fmla="*/ 6349 h 911224"/>
              <a:gd name="connsiteX7" fmla="*/ 129783 w 1942538"/>
              <a:gd name="connsiteY7" fmla="*/ 6349 h 911224"/>
              <a:gd name="connsiteX8" fmla="*/ 15483 w 1942538"/>
              <a:gd name="connsiteY8" fmla="*/ 92074 h 911224"/>
              <a:gd name="connsiteX9" fmla="*/ 34533 w 1942538"/>
              <a:gd name="connsiteY9" fmla="*/ 292099 h 911224"/>
              <a:gd name="connsiteX10" fmla="*/ 129783 w 1942538"/>
              <a:gd name="connsiteY10" fmla="*/ 492124 h 911224"/>
              <a:gd name="connsiteX0" fmla="*/ 1723089 w 1935644"/>
              <a:gd name="connsiteY0" fmla="*/ 927744 h 927744"/>
              <a:gd name="connsiteX1" fmla="*/ 1865964 w 1935644"/>
              <a:gd name="connsiteY1" fmla="*/ 851544 h 927744"/>
              <a:gd name="connsiteX2" fmla="*/ 1932639 w 1935644"/>
              <a:gd name="connsiteY2" fmla="*/ 661044 h 927744"/>
              <a:gd name="connsiteX3" fmla="*/ 1923114 w 1935644"/>
              <a:gd name="connsiteY3" fmla="*/ 232419 h 927744"/>
              <a:gd name="connsiteX4" fmla="*/ 1913589 w 1935644"/>
              <a:gd name="connsiteY4" fmla="*/ 60969 h 927744"/>
              <a:gd name="connsiteX5" fmla="*/ 1808814 w 1935644"/>
              <a:gd name="connsiteY5" fmla="*/ 22869 h 927744"/>
              <a:gd name="connsiteX6" fmla="*/ 1265889 w 1935644"/>
              <a:gd name="connsiteY6" fmla="*/ 22869 h 927744"/>
              <a:gd name="connsiteX7" fmla="*/ 151464 w 1935644"/>
              <a:gd name="connsiteY7" fmla="*/ 3819 h 927744"/>
              <a:gd name="connsiteX8" fmla="*/ 8589 w 1935644"/>
              <a:gd name="connsiteY8" fmla="*/ 108594 h 927744"/>
              <a:gd name="connsiteX9" fmla="*/ 27639 w 1935644"/>
              <a:gd name="connsiteY9" fmla="*/ 308619 h 927744"/>
              <a:gd name="connsiteX10" fmla="*/ 122889 w 1935644"/>
              <a:gd name="connsiteY10" fmla="*/ 508644 h 927744"/>
              <a:gd name="connsiteX0" fmla="*/ 1697422 w 1909977"/>
              <a:gd name="connsiteY0" fmla="*/ 928344 h 928344"/>
              <a:gd name="connsiteX1" fmla="*/ 1840297 w 1909977"/>
              <a:gd name="connsiteY1" fmla="*/ 852144 h 928344"/>
              <a:gd name="connsiteX2" fmla="*/ 1906972 w 1909977"/>
              <a:gd name="connsiteY2" fmla="*/ 661644 h 928344"/>
              <a:gd name="connsiteX3" fmla="*/ 1897447 w 1909977"/>
              <a:gd name="connsiteY3" fmla="*/ 233019 h 928344"/>
              <a:gd name="connsiteX4" fmla="*/ 1887922 w 1909977"/>
              <a:gd name="connsiteY4" fmla="*/ 61569 h 928344"/>
              <a:gd name="connsiteX5" fmla="*/ 1783147 w 1909977"/>
              <a:gd name="connsiteY5" fmla="*/ 23469 h 928344"/>
              <a:gd name="connsiteX6" fmla="*/ 1240222 w 1909977"/>
              <a:gd name="connsiteY6" fmla="*/ 23469 h 928344"/>
              <a:gd name="connsiteX7" fmla="*/ 125797 w 1909977"/>
              <a:gd name="connsiteY7" fmla="*/ 4419 h 928344"/>
              <a:gd name="connsiteX8" fmla="*/ 40072 w 1909977"/>
              <a:gd name="connsiteY8" fmla="*/ 118719 h 928344"/>
              <a:gd name="connsiteX9" fmla="*/ 1972 w 1909977"/>
              <a:gd name="connsiteY9" fmla="*/ 309219 h 928344"/>
              <a:gd name="connsiteX10" fmla="*/ 97222 w 1909977"/>
              <a:gd name="connsiteY10" fmla="*/ 509244 h 928344"/>
              <a:gd name="connsiteX0" fmla="*/ 1684992 w 1897547"/>
              <a:gd name="connsiteY0" fmla="*/ 928344 h 928344"/>
              <a:gd name="connsiteX1" fmla="*/ 1827867 w 1897547"/>
              <a:gd name="connsiteY1" fmla="*/ 852144 h 928344"/>
              <a:gd name="connsiteX2" fmla="*/ 1894542 w 1897547"/>
              <a:gd name="connsiteY2" fmla="*/ 661644 h 928344"/>
              <a:gd name="connsiteX3" fmla="*/ 1885017 w 1897547"/>
              <a:gd name="connsiteY3" fmla="*/ 233019 h 928344"/>
              <a:gd name="connsiteX4" fmla="*/ 1875492 w 1897547"/>
              <a:gd name="connsiteY4" fmla="*/ 61569 h 928344"/>
              <a:gd name="connsiteX5" fmla="*/ 1770717 w 1897547"/>
              <a:gd name="connsiteY5" fmla="*/ 23469 h 928344"/>
              <a:gd name="connsiteX6" fmla="*/ 1227792 w 1897547"/>
              <a:gd name="connsiteY6" fmla="*/ 23469 h 928344"/>
              <a:gd name="connsiteX7" fmla="*/ 113367 w 1897547"/>
              <a:gd name="connsiteY7" fmla="*/ 4419 h 928344"/>
              <a:gd name="connsiteX8" fmla="*/ 27642 w 1897547"/>
              <a:gd name="connsiteY8" fmla="*/ 118719 h 928344"/>
              <a:gd name="connsiteX9" fmla="*/ 27642 w 1897547"/>
              <a:gd name="connsiteY9" fmla="*/ 309219 h 928344"/>
              <a:gd name="connsiteX10" fmla="*/ 84792 w 1897547"/>
              <a:gd name="connsiteY10" fmla="*/ 509244 h 928344"/>
              <a:gd name="connsiteX0" fmla="*/ 1670382 w 1882937"/>
              <a:gd name="connsiteY0" fmla="*/ 928344 h 928344"/>
              <a:gd name="connsiteX1" fmla="*/ 1813257 w 1882937"/>
              <a:gd name="connsiteY1" fmla="*/ 852144 h 928344"/>
              <a:gd name="connsiteX2" fmla="*/ 1879932 w 1882937"/>
              <a:gd name="connsiteY2" fmla="*/ 661644 h 928344"/>
              <a:gd name="connsiteX3" fmla="*/ 1870407 w 1882937"/>
              <a:gd name="connsiteY3" fmla="*/ 233019 h 928344"/>
              <a:gd name="connsiteX4" fmla="*/ 1860882 w 1882937"/>
              <a:gd name="connsiteY4" fmla="*/ 61569 h 928344"/>
              <a:gd name="connsiteX5" fmla="*/ 1756107 w 1882937"/>
              <a:gd name="connsiteY5" fmla="*/ 23469 h 928344"/>
              <a:gd name="connsiteX6" fmla="*/ 1213182 w 1882937"/>
              <a:gd name="connsiteY6" fmla="*/ 23469 h 928344"/>
              <a:gd name="connsiteX7" fmla="*/ 155907 w 1882937"/>
              <a:gd name="connsiteY7" fmla="*/ 4419 h 928344"/>
              <a:gd name="connsiteX8" fmla="*/ 13032 w 1882937"/>
              <a:gd name="connsiteY8" fmla="*/ 118719 h 928344"/>
              <a:gd name="connsiteX9" fmla="*/ 13032 w 1882937"/>
              <a:gd name="connsiteY9" fmla="*/ 309219 h 928344"/>
              <a:gd name="connsiteX10" fmla="*/ 70182 w 1882937"/>
              <a:gd name="connsiteY10" fmla="*/ 509244 h 928344"/>
              <a:gd name="connsiteX0" fmla="*/ 1664524 w 1877079"/>
              <a:gd name="connsiteY0" fmla="*/ 928344 h 928344"/>
              <a:gd name="connsiteX1" fmla="*/ 1807399 w 1877079"/>
              <a:gd name="connsiteY1" fmla="*/ 852144 h 928344"/>
              <a:gd name="connsiteX2" fmla="*/ 1874074 w 1877079"/>
              <a:gd name="connsiteY2" fmla="*/ 661644 h 928344"/>
              <a:gd name="connsiteX3" fmla="*/ 1864549 w 1877079"/>
              <a:gd name="connsiteY3" fmla="*/ 233019 h 928344"/>
              <a:gd name="connsiteX4" fmla="*/ 1855024 w 1877079"/>
              <a:gd name="connsiteY4" fmla="*/ 61569 h 928344"/>
              <a:gd name="connsiteX5" fmla="*/ 1750249 w 1877079"/>
              <a:gd name="connsiteY5" fmla="*/ 23469 h 928344"/>
              <a:gd name="connsiteX6" fmla="*/ 1207324 w 1877079"/>
              <a:gd name="connsiteY6" fmla="*/ 23469 h 928344"/>
              <a:gd name="connsiteX7" fmla="*/ 150049 w 1877079"/>
              <a:gd name="connsiteY7" fmla="*/ 4419 h 928344"/>
              <a:gd name="connsiteX8" fmla="*/ 16699 w 1877079"/>
              <a:gd name="connsiteY8" fmla="*/ 118719 h 928344"/>
              <a:gd name="connsiteX9" fmla="*/ 7174 w 1877079"/>
              <a:gd name="connsiteY9" fmla="*/ 309219 h 928344"/>
              <a:gd name="connsiteX10" fmla="*/ 64324 w 1877079"/>
              <a:gd name="connsiteY10" fmla="*/ 509244 h 928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877079" h="928344">
                <a:moveTo>
                  <a:pt x="1664524" y="928344"/>
                </a:moveTo>
                <a:cubicBezTo>
                  <a:pt x="1718499" y="912469"/>
                  <a:pt x="1772474" y="896594"/>
                  <a:pt x="1807399" y="852144"/>
                </a:cubicBezTo>
                <a:cubicBezTo>
                  <a:pt x="1842324" y="807694"/>
                  <a:pt x="1864549" y="764831"/>
                  <a:pt x="1874074" y="661644"/>
                </a:cubicBezTo>
                <a:cubicBezTo>
                  <a:pt x="1883599" y="558457"/>
                  <a:pt x="1867724" y="333031"/>
                  <a:pt x="1864549" y="233019"/>
                </a:cubicBezTo>
                <a:cubicBezTo>
                  <a:pt x="1861374" y="133007"/>
                  <a:pt x="1874074" y="96494"/>
                  <a:pt x="1855024" y="61569"/>
                </a:cubicBezTo>
                <a:cubicBezTo>
                  <a:pt x="1835974" y="26644"/>
                  <a:pt x="1858199" y="29819"/>
                  <a:pt x="1750249" y="23469"/>
                </a:cubicBezTo>
                <a:cubicBezTo>
                  <a:pt x="1642299" y="17119"/>
                  <a:pt x="1474024" y="26644"/>
                  <a:pt x="1207324" y="23469"/>
                </a:cubicBezTo>
                <a:cubicBezTo>
                  <a:pt x="940624" y="20294"/>
                  <a:pt x="348487" y="-11456"/>
                  <a:pt x="150049" y="4419"/>
                </a:cubicBezTo>
                <a:cubicBezTo>
                  <a:pt x="-48389" y="20294"/>
                  <a:pt x="40511" y="67919"/>
                  <a:pt x="16699" y="118719"/>
                </a:cubicBezTo>
                <a:cubicBezTo>
                  <a:pt x="-7113" y="169519"/>
                  <a:pt x="-763" y="244132"/>
                  <a:pt x="7174" y="309219"/>
                </a:cubicBezTo>
                <a:cubicBezTo>
                  <a:pt x="15111" y="374306"/>
                  <a:pt x="21461" y="444156"/>
                  <a:pt x="64324" y="509244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楕円 65">
            <a:extLst>
              <a:ext uri="{FF2B5EF4-FFF2-40B4-BE49-F238E27FC236}">
                <a16:creationId xmlns:a16="http://schemas.microsoft.com/office/drawing/2014/main" id="{1552727E-2F34-4E75-BB39-6DFE36CD1EE6}"/>
              </a:ext>
            </a:extLst>
          </p:cNvPr>
          <p:cNvSpPr/>
          <p:nvPr/>
        </p:nvSpPr>
        <p:spPr>
          <a:xfrm>
            <a:off x="1960966" y="2482536"/>
            <a:ext cx="144016" cy="144016"/>
          </a:xfrm>
          <a:prstGeom prst="ellipse">
            <a:avLst/>
          </a:prstGeom>
          <a:solidFill>
            <a:srgbClr val="3333FF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65" name="楕円 64">
            <a:extLst>
              <a:ext uri="{FF2B5EF4-FFF2-40B4-BE49-F238E27FC236}">
                <a16:creationId xmlns:a16="http://schemas.microsoft.com/office/drawing/2014/main" id="{04127C33-5630-445E-8A14-D659CD164C07}"/>
              </a:ext>
            </a:extLst>
          </p:cNvPr>
          <p:cNvSpPr/>
          <p:nvPr/>
        </p:nvSpPr>
        <p:spPr>
          <a:xfrm>
            <a:off x="1960966" y="3901111"/>
            <a:ext cx="144016" cy="144016"/>
          </a:xfrm>
          <a:prstGeom prst="ellipse">
            <a:avLst/>
          </a:prstGeom>
          <a:solidFill>
            <a:srgbClr val="3333FF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70" name="楕円 69">
            <a:extLst>
              <a:ext uri="{FF2B5EF4-FFF2-40B4-BE49-F238E27FC236}">
                <a16:creationId xmlns:a16="http://schemas.microsoft.com/office/drawing/2014/main" id="{D593B89C-078B-497C-9B01-11E7569C84A6}"/>
              </a:ext>
            </a:extLst>
          </p:cNvPr>
          <p:cNvSpPr/>
          <p:nvPr/>
        </p:nvSpPr>
        <p:spPr>
          <a:xfrm>
            <a:off x="3116782" y="5203838"/>
            <a:ext cx="144016" cy="144016"/>
          </a:xfrm>
          <a:prstGeom prst="ellipse">
            <a:avLst/>
          </a:prstGeom>
          <a:solidFill>
            <a:srgbClr val="3333FF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74" name="楕円 73">
            <a:extLst>
              <a:ext uri="{FF2B5EF4-FFF2-40B4-BE49-F238E27FC236}">
                <a16:creationId xmlns:a16="http://schemas.microsoft.com/office/drawing/2014/main" id="{A40272CA-91F3-4EDC-9D0B-67A5645EE940}"/>
              </a:ext>
            </a:extLst>
          </p:cNvPr>
          <p:cNvSpPr/>
          <p:nvPr/>
        </p:nvSpPr>
        <p:spPr>
          <a:xfrm>
            <a:off x="5851032" y="4957750"/>
            <a:ext cx="144016" cy="144016"/>
          </a:xfrm>
          <a:prstGeom prst="ellipse">
            <a:avLst/>
          </a:prstGeom>
          <a:solidFill>
            <a:srgbClr val="3333FF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77" name="楕円 76">
            <a:extLst>
              <a:ext uri="{FF2B5EF4-FFF2-40B4-BE49-F238E27FC236}">
                <a16:creationId xmlns:a16="http://schemas.microsoft.com/office/drawing/2014/main" id="{DB3119AA-9430-4CD5-88C0-5072FC915493}"/>
              </a:ext>
            </a:extLst>
          </p:cNvPr>
          <p:cNvSpPr/>
          <p:nvPr/>
        </p:nvSpPr>
        <p:spPr>
          <a:xfrm>
            <a:off x="5739848" y="2208934"/>
            <a:ext cx="144016" cy="144016"/>
          </a:xfrm>
          <a:prstGeom prst="ellipse">
            <a:avLst/>
          </a:prstGeom>
          <a:solidFill>
            <a:srgbClr val="3333FF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76" name="楕円 75">
            <a:extLst>
              <a:ext uri="{FF2B5EF4-FFF2-40B4-BE49-F238E27FC236}">
                <a16:creationId xmlns:a16="http://schemas.microsoft.com/office/drawing/2014/main" id="{9BFA33E8-AE70-4876-B03A-DEC4100A3BDB}"/>
              </a:ext>
            </a:extLst>
          </p:cNvPr>
          <p:cNvSpPr/>
          <p:nvPr/>
        </p:nvSpPr>
        <p:spPr>
          <a:xfrm>
            <a:off x="7357839" y="2646437"/>
            <a:ext cx="144016" cy="144016"/>
          </a:xfrm>
          <a:prstGeom prst="ellipse">
            <a:avLst/>
          </a:prstGeom>
          <a:solidFill>
            <a:srgbClr val="3333FF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73" name="楕円 72">
            <a:extLst>
              <a:ext uri="{FF2B5EF4-FFF2-40B4-BE49-F238E27FC236}">
                <a16:creationId xmlns:a16="http://schemas.microsoft.com/office/drawing/2014/main" id="{61918E2F-54E9-4A81-A189-8FDC5ED0A107}"/>
              </a:ext>
            </a:extLst>
          </p:cNvPr>
          <p:cNvSpPr/>
          <p:nvPr/>
        </p:nvSpPr>
        <p:spPr>
          <a:xfrm>
            <a:off x="6861958" y="4929389"/>
            <a:ext cx="144016" cy="144016"/>
          </a:xfrm>
          <a:prstGeom prst="ellipse">
            <a:avLst/>
          </a:prstGeom>
          <a:solidFill>
            <a:srgbClr val="3333FF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E6FE89EC-20DF-42FC-9E9B-23766D36C376}"/>
              </a:ext>
            </a:extLst>
          </p:cNvPr>
          <p:cNvCxnSpPr>
            <a:cxnSpLocks/>
            <a:stCxn id="52" idx="2"/>
            <a:endCxn id="77" idx="1"/>
          </p:cNvCxnSpPr>
          <p:nvPr/>
        </p:nvCxnSpPr>
        <p:spPr>
          <a:xfrm>
            <a:off x="4801943" y="1412776"/>
            <a:ext cx="958996" cy="81724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線コネクタ 105">
            <a:extLst>
              <a:ext uri="{FF2B5EF4-FFF2-40B4-BE49-F238E27FC236}">
                <a16:creationId xmlns:a16="http://schemas.microsoft.com/office/drawing/2014/main" id="{8D8710A8-6239-44AC-BF8D-938F5F950AE3}"/>
              </a:ext>
            </a:extLst>
          </p:cNvPr>
          <p:cNvCxnSpPr>
            <a:cxnSpLocks/>
            <a:stCxn id="52" idx="2"/>
            <a:endCxn id="78" idx="1"/>
          </p:cNvCxnSpPr>
          <p:nvPr/>
        </p:nvCxnSpPr>
        <p:spPr>
          <a:xfrm>
            <a:off x="4801943" y="1412776"/>
            <a:ext cx="2460594" cy="61028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コネクタ 106">
            <a:extLst>
              <a:ext uri="{FF2B5EF4-FFF2-40B4-BE49-F238E27FC236}">
                <a16:creationId xmlns:a16="http://schemas.microsoft.com/office/drawing/2014/main" id="{F1AE7F15-FEE7-4FED-96DE-4D60EF37E573}"/>
              </a:ext>
            </a:extLst>
          </p:cNvPr>
          <p:cNvCxnSpPr>
            <a:cxnSpLocks/>
            <a:stCxn id="52" idx="2"/>
            <a:endCxn id="76" idx="1"/>
          </p:cNvCxnSpPr>
          <p:nvPr/>
        </p:nvCxnSpPr>
        <p:spPr>
          <a:xfrm>
            <a:off x="4801943" y="1412776"/>
            <a:ext cx="2576987" cy="125475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コネクタ 108">
            <a:extLst>
              <a:ext uri="{FF2B5EF4-FFF2-40B4-BE49-F238E27FC236}">
                <a16:creationId xmlns:a16="http://schemas.microsoft.com/office/drawing/2014/main" id="{5A144A2F-6036-4FFA-90C7-24CF41A580A9}"/>
              </a:ext>
            </a:extLst>
          </p:cNvPr>
          <p:cNvCxnSpPr>
            <a:cxnSpLocks/>
            <a:stCxn id="52" idx="2"/>
            <a:endCxn id="65" idx="0"/>
          </p:cNvCxnSpPr>
          <p:nvPr/>
        </p:nvCxnSpPr>
        <p:spPr>
          <a:xfrm flipH="1">
            <a:off x="2032974" y="1412776"/>
            <a:ext cx="2768969" cy="248833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線コネクタ 109">
            <a:extLst>
              <a:ext uri="{FF2B5EF4-FFF2-40B4-BE49-F238E27FC236}">
                <a16:creationId xmlns:a16="http://schemas.microsoft.com/office/drawing/2014/main" id="{D1351363-D9AD-4982-A13B-06EF5D8A6CC4}"/>
              </a:ext>
            </a:extLst>
          </p:cNvPr>
          <p:cNvCxnSpPr>
            <a:cxnSpLocks/>
            <a:stCxn id="52" idx="2"/>
            <a:endCxn id="66" idx="6"/>
          </p:cNvCxnSpPr>
          <p:nvPr/>
        </p:nvCxnSpPr>
        <p:spPr>
          <a:xfrm flipH="1">
            <a:off x="2104982" y="1412776"/>
            <a:ext cx="2696961" cy="114176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コネクタ 119">
            <a:extLst>
              <a:ext uri="{FF2B5EF4-FFF2-40B4-BE49-F238E27FC236}">
                <a16:creationId xmlns:a16="http://schemas.microsoft.com/office/drawing/2014/main" id="{B1E767A2-786E-4206-833C-5A7976C5F810}"/>
              </a:ext>
            </a:extLst>
          </p:cNvPr>
          <p:cNvCxnSpPr>
            <a:cxnSpLocks/>
            <a:stCxn id="102" idx="0"/>
            <a:endCxn id="69" idx="7"/>
          </p:cNvCxnSpPr>
          <p:nvPr/>
        </p:nvCxnSpPr>
        <p:spPr>
          <a:xfrm flipH="1" flipV="1">
            <a:off x="2447618" y="5224929"/>
            <a:ext cx="3039622" cy="40031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コネクタ 122">
            <a:extLst>
              <a:ext uri="{FF2B5EF4-FFF2-40B4-BE49-F238E27FC236}">
                <a16:creationId xmlns:a16="http://schemas.microsoft.com/office/drawing/2014/main" id="{57319900-2EAA-4515-B966-F3862DE53296}"/>
              </a:ext>
            </a:extLst>
          </p:cNvPr>
          <p:cNvCxnSpPr>
            <a:cxnSpLocks/>
            <a:stCxn id="102" idx="0"/>
            <a:endCxn id="70" idx="6"/>
          </p:cNvCxnSpPr>
          <p:nvPr/>
        </p:nvCxnSpPr>
        <p:spPr>
          <a:xfrm flipH="1" flipV="1">
            <a:off x="3260798" y="5275846"/>
            <a:ext cx="2226442" cy="34939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線コネクタ 123">
            <a:extLst>
              <a:ext uri="{FF2B5EF4-FFF2-40B4-BE49-F238E27FC236}">
                <a16:creationId xmlns:a16="http://schemas.microsoft.com/office/drawing/2014/main" id="{F0234C71-8B90-477B-B0AD-AE8A16E88B88}"/>
              </a:ext>
            </a:extLst>
          </p:cNvPr>
          <p:cNvCxnSpPr>
            <a:cxnSpLocks/>
            <a:stCxn id="102" idx="0"/>
            <a:endCxn id="67" idx="4"/>
          </p:cNvCxnSpPr>
          <p:nvPr/>
        </p:nvCxnSpPr>
        <p:spPr>
          <a:xfrm flipH="1" flipV="1">
            <a:off x="2701383" y="5025475"/>
            <a:ext cx="2785857" cy="59976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線コネクタ 124">
            <a:extLst>
              <a:ext uri="{FF2B5EF4-FFF2-40B4-BE49-F238E27FC236}">
                <a16:creationId xmlns:a16="http://schemas.microsoft.com/office/drawing/2014/main" id="{2ADCC017-BD99-439A-BDCB-3F680D6E15C0}"/>
              </a:ext>
            </a:extLst>
          </p:cNvPr>
          <p:cNvCxnSpPr>
            <a:cxnSpLocks/>
            <a:stCxn id="102" idx="0"/>
            <a:endCxn id="68" idx="5"/>
          </p:cNvCxnSpPr>
          <p:nvPr/>
        </p:nvCxnSpPr>
        <p:spPr>
          <a:xfrm flipH="1" flipV="1">
            <a:off x="3749468" y="5004384"/>
            <a:ext cx="1737772" cy="62086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コネクタ 131">
            <a:extLst>
              <a:ext uri="{FF2B5EF4-FFF2-40B4-BE49-F238E27FC236}">
                <a16:creationId xmlns:a16="http://schemas.microsoft.com/office/drawing/2014/main" id="{ABB57A2C-4B9F-4B52-BF76-B4255CD73498}"/>
              </a:ext>
            </a:extLst>
          </p:cNvPr>
          <p:cNvCxnSpPr>
            <a:cxnSpLocks/>
            <a:stCxn id="74" idx="3"/>
            <a:endCxn id="102" idx="0"/>
          </p:cNvCxnSpPr>
          <p:nvPr/>
        </p:nvCxnSpPr>
        <p:spPr>
          <a:xfrm flipH="1">
            <a:off x="5487240" y="5080675"/>
            <a:ext cx="384883" cy="54456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線コネクタ 134">
            <a:extLst>
              <a:ext uri="{FF2B5EF4-FFF2-40B4-BE49-F238E27FC236}">
                <a16:creationId xmlns:a16="http://schemas.microsoft.com/office/drawing/2014/main" id="{24DD7376-A9AA-4839-977B-73A94F64A574}"/>
              </a:ext>
            </a:extLst>
          </p:cNvPr>
          <p:cNvCxnSpPr>
            <a:cxnSpLocks/>
            <a:stCxn id="73" idx="3"/>
            <a:endCxn id="102" idx="0"/>
          </p:cNvCxnSpPr>
          <p:nvPr/>
        </p:nvCxnSpPr>
        <p:spPr>
          <a:xfrm flipH="1">
            <a:off x="5487240" y="5052314"/>
            <a:ext cx="1395809" cy="57293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線コネクタ 135">
            <a:extLst>
              <a:ext uri="{FF2B5EF4-FFF2-40B4-BE49-F238E27FC236}">
                <a16:creationId xmlns:a16="http://schemas.microsoft.com/office/drawing/2014/main" id="{72351958-DD50-4421-8102-397A6444AD38}"/>
              </a:ext>
            </a:extLst>
          </p:cNvPr>
          <p:cNvCxnSpPr>
            <a:cxnSpLocks/>
            <a:endCxn id="102" idx="0"/>
          </p:cNvCxnSpPr>
          <p:nvPr/>
        </p:nvCxnSpPr>
        <p:spPr>
          <a:xfrm flipH="1">
            <a:off x="5487240" y="5336167"/>
            <a:ext cx="1172382" cy="28907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線コネクタ 142">
            <a:extLst>
              <a:ext uri="{FF2B5EF4-FFF2-40B4-BE49-F238E27FC236}">
                <a16:creationId xmlns:a16="http://schemas.microsoft.com/office/drawing/2014/main" id="{58B0D9DF-2B43-4744-9B9D-A2444E3C6B40}"/>
              </a:ext>
            </a:extLst>
          </p:cNvPr>
          <p:cNvCxnSpPr>
            <a:cxnSpLocks/>
            <a:stCxn id="52" idx="2"/>
            <a:endCxn id="45" idx="6"/>
          </p:cNvCxnSpPr>
          <p:nvPr/>
        </p:nvCxnSpPr>
        <p:spPr>
          <a:xfrm flipH="1" flipV="1">
            <a:off x="4186538" y="1276439"/>
            <a:ext cx="615405" cy="13633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6" name="表 145">
            <a:extLst>
              <a:ext uri="{FF2B5EF4-FFF2-40B4-BE49-F238E27FC236}">
                <a16:creationId xmlns:a16="http://schemas.microsoft.com/office/drawing/2014/main" id="{85197978-479C-4874-90CE-3146ECFB3D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924949"/>
              </p:ext>
            </p:extLst>
          </p:nvPr>
        </p:nvGraphicFramePr>
        <p:xfrm>
          <a:off x="7761455" y="1814088"/>
          <a:ext cx="2016081" cy="85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1422">
                  <a:extLst>
                    <a:ext uri="{9D8B030D-6E8A-4147-A177-3AD203B41FA5}">
                      <a16:colId xmlns:a16="http://schemas.microsoft.com/office/drawing/2014/main" val="3328826263"/>
                    </a:ext>
                  </a:extLst>
                </a:gridCol>
                <a:gridCol w="429207">
                  <a:extLst>
                    <a:ext uri="{9D8B030D-6E8A-4147-A177-3AD203B41FA5}">
                      <a16:colId xmlns:a16="http://schemas.microsoft.com/office/drawing/2014/main" val="1527986668"/>
                    </a:ext>
                  </a:extLst>
                </a:gridCol>
                <a:gridCol w="1045452">
                  <a:extLst>
                    <a:ext uri="{9D8B030D-6E8A-4147-A177-3AD203B41FA5}">
                      <a16:colId xmlns:a16="http://schemas.microsoft.com/office/drawing/2014/main" val="509892604"/>
                    </a:ext>
                  </a:extLst>
                </a:gridCol>
              </a:tblGrid>
              <a:tr h="15876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機器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台数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7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センサ本数（延長数）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008665"/>
                  </a:ext>
                </a:extLst>
              </a:tr>
              <a:tr h="15876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IG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601371"/>
                  </a:ext>
                </a:extLst>
              </a:tr>
              <a:tr h="15876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UNIV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12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22(7)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435022"/>
                  </a:ext>
                </a:extLst>
              </a:tr>
              <a:tr h="15876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TRH20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289582"/>
                  </a:ext>
                </a:extLst>
              </a:tr>
            </a:tbl>
          </a:graphicData>
        </a:graphic>
      </p:graphicFrame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B57C885-3AC3-4479-930B-FB36FECD4B1B}"/>
              </a:ext>
            </a:extLst>
          </p:cNvPr>
          <p:cNvSpPr/>
          <p:nvPr/>
        </p:nvSpPr>
        <p:spPr>
          <a:xfrm>
            <a:off x="3911547" y="1377977"/>
            <a:ext cx="439809" cy="156964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900" dirty="0">
                <a:solidFill>
                  <a:schemeClr val="tx1"/>
                </a:solidFill>
              </a:rPr>
              <a:t>室温</a:t>
            </a:r>
          </a:p>
        </p:txBody>
      </p: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D781AB69-3FDB-4705-B5D7-D45FB8177883}"/>
              </a:ext>
            </a:extLst>
          </p:cNvPr>
          <p:cNvGrpSpPr/>
          <p:nvPr/>
        </p:nvGrpSpPr>
        <p:grpSpPr>
          <a:xfrm>
            <a:off x="272480" y="611971"/>
            <a:ext cx="4998736" cy="350310"/>
            <a:chOff x="272480" y="611971"/>
            <a:chExt cx="4998736" cy="350310"/>
          </a:xfrm>
        </p:grpSpPr>
        <p:sp>
          <p:nvSpPr>
            <p:cNvPr id="85" name="楕円 84">
              <a:extLst>
                <a:ext uri="{FF2B5EF4-FFF2-40B4-BE49-F238E27FC236}">
                  <a16:creationId xmlns:a16="http://schemas.microsoft.com/office/drawing/2014/main" id="{F431F676-6A73-4201-8C99-91110937CE36}"/>
                </a:ext>
              </a:extLst>
            </p:cNvPr>
            <p:cNvSpPr/>
            <p:nvPr/>
          </p:nvSpPr>
          <p:spPr>
            <a:xfrm>
              <a:off x="1816949" y="713267"/>
              <a:ext cx="144016" cy="144016"/>
            </a:xfrm>
            <a:prstGeom prst="ellipse">
              <a:avLst/>
            </a:prstGeom>
            <a:solidFill>
              <a:srgbClr val="3333FF"/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86" name="正方形/長方形 85">
              <a:extLst>
                <a:ext uri="{FF2B5EF4-FFF2-40B4-BE49-F238E27FC236}">
                  <a16:creationId xmlns:a16="http://schemas.microsoft.com/office/drawing/2014/main" id="{5E277453-82AB-419D-BC47-F64606EEAF71}"/>
                </a:ext>
              </a:extLst>
            </p:cNvPr>
            <p:cNvSpPr/>
            <p:nvPr/>
          </p:nvSpPr>
          <p:spPr>
            <a:xfrm>
              <a:off x="1888957" y="654897"/>
              <a:ext cx="1108640" cy="236126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子機</a:t>
              </a:r>
              <a:r>
                <a:rPr kumimoji="1"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（</a:t>
              </a:r>
              <a:r>
                <a:rPr kumimoji="1" lang="en-US" altLang="ja-JP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UNIV)</a:t>
              </a:r>
              <a:endParaRPr kumimoji="1" lang="ja-JP" altLang="en-US" sz="105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87" name="正方形/長方形 86">
              <a:extLst>
                <a:ext uri="{FF2B5EF4-FFF2-40B4-BE49-F238E27FC236}">
                  <a16:creationId xmlns:a16="http://schemas.microsoft.com/office/drawing/2014/main" id="{FD3548E8-FC8C-469A-8AEC-23376C7E8028}"/>
                </a:ext>
              </a:extLst>
            </p:cNvPr>
            <p:cNvSpPr/>
            <p:nvPr/>
          </p:nvSpPr>
          <p:spPr>
            <a:xfrm>
              <a:off x="408055" y="672671"/>
              <a:ext cx="295176" cy="216024"/>
            </a:xfrm>
            <a:prstGeom prst="rect">
              <a:avLst/>
            </a:prstGeom>
            <a:solidFill>
              <a:srgbClr val="FF7C80"/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ja-JP" altLang="en-US" sz="1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親</a:t>
              </a:r>
              <a:endPara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88" name="正方形/長方形 87">
              <a:extLst>
                <a:ext uri="{FF2B5EF4-FFF2-40B4-BE49-F238E27FC236}">
                  <a16:creationId xmlns:a16="http://schemas.microsoft.com/office/drawing/2014/main" id="{AE3401B8-3E76-4822-A62F-A584C5DF03A4}"/>
                </a:ext>
              </a:extLst>
            </p:cNvPr>
            <p:cNvSpPr/>
            <p:nvPr/>
          </p:nvSpPr>
          <p:spPr>
            <a:xfrm>
              <a:off x="585020" y="647459"/>
              <a:ext cx="979615" cy="24772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親機（</a:t>
              </a:r>
              <a:r>
                <a:rPr kumimoji="1" lang="en-US" altLang="ja-JP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IG)</a:t>
              </a:r>
              <a:endParaRPr kumimoji="1" lang="ja-JP" altLang="en-US" sz="105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89" name="楕円 88">
              <a:extLst>
                <a:ext uri="{FF2B5EF4-FFF2-40B4-BE49-F238E27FC236}">
                  <a16:creationId xmlns:a16="http://schemas.microsoft.com/office/drawing/2014/main" id="{E72546B7-662D-476C-A1B4-73F6FA53ED36}"/>
                </a:ext>
              </a:extLst>
            </p:cNvPr>
            <p:cNvSpPr/>
            <p:nvPr/>
          </p:nvSpPr>
          <p:spPr>
            <a:xfrm>
              <a:off x="3259919" y="709497"/>
              <a:ext cx="144016" cy="144016"/>
            </a:xfrm>
            <a:prstGeom prst="ellipse">
              <a:avLst/>
            </a:prstGeom>
            <a:solidFill>
              <a:srgbClr val="FF6600"/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90" name="正方形/長方形 89">
              <a:extLst>
                <a:ext uri="{FF2B5EF4-FFF2-40B4-BE49-F238E27FC236}">
                  <a16:creationId xmlns:a16="http://schemas.microsoft.com/office/drawing/2014/main" id="{1E9F4486-AEEB-40E4-9BD8-0DEA7F8C8F8B}"/>
                </a:ext>
              </a:extLst>
            </p:cNvPr>
            <p:cNvSpPr/>
            <p:nvPr/>
          </p:nvSpPr>
          <p:spPr>
            <a:xfrm>
              <a:off x="3332575" y="645375"/>
              <a:ext cx="1800687" cy="249804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室温（</a:t>
              </a:r>
              <a:r>
                <a:rPr lang="en-US" altLang="ja-JP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TRH20</a:t>
              </a:r>
              <a:r>
                <a:rPr kumimoji="1" lang="en-US" altLang="ja-JP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) </a:t>
              </a:r>
              <a:r>
                <a:rPr kumimoji="1"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センサ無し</a:t>
              </a:r>
            </a:p>
          </p:txBody>
        </p: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4295BA45-4109-4BF9-9E04-10282A576AE7}"/>
                </a:ext>
              </a:extLst>
            </p:cNvPr>
            <p:cNvSpPr/>
            <p:nvPr/>
          </p:nvSpPr>
          <p:spPr>
            <a:xfrm>
              <a:off x="272480" y="611971"/>
              <a:ext cx="4998736" cy="35031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106778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10E9E035-8C6B-44E7-9E17-37F7EDE00F6F}"/>
              </a:ext>
            </a:extLst>
          </p:cNvPr>
          <p:cNvSpPr/>
          <p:nvPr/>
        </p:nvSpPr>
        <p:spPr>
          <a:xfrm>
            <a:off x="4337273" y="5705657"/>
            <a:ext cx="720080" cy="43204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入口</a:t>
            </a:r>
            <a:endParaRPr kumimoji="1" lang="ja-JP" alt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正方形/長方形 6"/>
          <p:cNvSpPr/>
          <p:nvPr/>
        </p:nvSpPr>
        <p:spPr>
          <a:xfrm>
            <a:off x="0" y="13127"/>
            <a:ext cx="9906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/>
            <a:r>
              <a:rPr lang="ja-JP" altLang="en-US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②　特別実験室　</a:t>
            </a:r>
            <a:r>
              <a:rPr lang="en-US" altLang="ja-JP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203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0E40388A-536A-4A98-B0FE-728F8E5C2917}"/>
              </a:ext>
            </a:extLst>
          </p:cNvPr>
          <p:cNvSpPr/>
          <p:nvPr/>
        </p:nvSpPr>
        <p:spPr>
          <a:xfrm>
            <a:off x="1876530" y="1443961"/>
            <a:ext cx="5738947" cy="411768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矢印: 上 3">
            <a:extLst>
              <a:ext uri="{FF2B5EF4-FFF2-40B4-BE49-F238E27FC236}">
                <a16:creationId xmlns:a16="http://schemas.microsoft.com/office/drawing/2014/main" id="{7BA7DD11-DA4F-4D54-BD53-CCA29F35005D}"/>
              </a:ext>
            </a:extLst>
          </p:cNvPr>
          <p:cNvSpPr/>
          <p:nvPr/>
        </p:nvSpPr>
        <p:spPr>
          <a:xfrm>
            <a:off x="4409281" y="5417625"/>
            <a:ext cx="583381" cy="288032"/>
          </a:xfrm>
          <a:prstGeom prst="up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F622AE4C-A175-4538-9228-EEFE596C0865}"/>
              </a:ext>
            </a:extLst>
          </p:cNvPr>
          <p:cNvSpPr/>
          <p:nvPr/>
        </p:nvSpPr>
        <p:spPr>
          <a:xfrm>
            <a:off x="1916222" y="2767691"/>
            <a:ext cx="384938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-</a:t>
            </a:r>
            <a:r>
              <a:rPr lang="en-US" altLang="ja-JP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40</a:t>
            </a:r>
            <a:endParaRPr kumimoji="1" lang="ja-JP" altLang="en-US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2" name="正方形/長方形 101">
            <a:extLst>
              <a:ext uri="{FF2B5EF4-FFF2-40B4-BE49-F238E27FC236}">
                <a16:creationId xmlns:a16="http://schemas.microsoft.com/office/drawing/2014/main" id="{CEAF1F48-5D24-4CAF-81D5-D634B18177FB}"/>
              </a:ext>
            </a:extLst>
          </p:cNvPr>
          <p:cNvSpPr/>
          <p:nvPr/>
        </p:nvSpPr>
        <p:spPr>
          <a:xfrm>
            <a:off x="4588470" y="1492822"/>
            <a:ext cx="295176" cy="216024"/>
          </a:xfrm>
          <a:prstGeom prst="rect">
            <a:avLst/>
          </a:prstGeom>
          <a:solidFill>
            <a:srgbClr val="FF7C80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親</a:t>
            </a:r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733E7AB2-EF22-4F75-A61F-5F87D6EA8D3A}"/>
              </a:ext>
            </a:extLst>
          </p:cNvPr>
          <p:cNvSpPr/>
          <p:nvPr/>
        </p:nvSpPr>
        <p:spPr>
          <a:xfrm>
            <a:off x="1916222" y="3455856"/>
            <a:ext cx="384938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-</a:t>
            </a:r>
            <a:r>
              <a:rPr lang="en-US" altLang="ja-JP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40</a:t>
            </a:r>
            <a:endParaRPr kumimoji="1" lang="ja-JP" altLang="en-US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135921FC-C2AE-408A-88DF-0EDF8F70DFA7}"/>
              </a:ext>
            </a:extLst>
          </p:cNvPr>
          <p:cNvSpPr/>
          <p:nvPr/>
        </p:nvSpPr>
        <p:spPr>
          <a:xfrm>
            <a:off x="7159698" y="3116189"/>
            <a:ext cx="384938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-</a:t>
            </a:r>
            <a:r>
              <a:rPr lang="en-US" altLang="ja-JP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40</a:t>
            </a:r>
            <a:endParaRPr kumimoji="1" lang="ja-JP" altLang="en-US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EA3E5766-5B5C-4EFF-80AB-7815BE16AE9C}"/>
              </a:ext>
            </a:extLst>
          </p:cNvPr>
          <p:cNvSpPr/>
          <p:nvPr/>
        </p:nvSpPr>
        <p:spPr>
          <a:xfrm>
            <a:off x="7159698" y="3594910"/>
            <a:ext cx="384938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-</a:t>
            </a:r>
            <a:r>
              <a:rPr lang="en-US" altLang="ja-JP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40</a:t>
            </a:r>
            <a:endParaRPr kumimoji="1" lang="ja-JP" altLang="en-US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E99A83A0-5F5E-4EC6-836A-DEEDC94059F5}"/>
              </a:ext>
            </a:extLst>
          </p:cNvPr>
          <p:cNvSpPr/>
          <p:nvPr/>
        </p:nvSpPr>
        <p:spPr>
          <a:xfrm>
            <a:off x="7163970" y="4102287"/>
            <a:ext cx="384938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-</a:t>
            </a:r>
            <a:r>
              <a:rPr lang="en-US" altLang="ja-JP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40</a:t>
            </a:r>
            <a:endParaRPr kumimoji="1" lang="ja-JP" altLang="en-US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0F9FC398-FE14-48F8-BC95-CC21D760E175}"/>
              </a:ext>
            </a:extLst>
          </p:cNvPr>
          <p:cNvSpPr/>
          <p:nvPr/>
        </p:nvSpPr>
        <p:spPr>
          <a:xfrm>
            <a:off x="5594619" y="1564830"/>
            <a:ext cx="144016" cy="144016"/>
          </a:xfrm>
          <a:prstGeom prst="ellipse">
            <a:avLst/>
          </a:prstGeom>
          <a:solidFill>
            <a:srgbClr val="FF6600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5" name="フリーフォーム: 図形 4">
            <a:extLst>
              <a:ext uri="{FF2B5EF4-FFF2-40B4-BE49-F238E27FC236}">
                <a16:creationId xmlns:a16="http://schemas.microsoft.com/office/drawing/2014/main" id="{E7AECD1D-96A9-4A9E-AB7D-BF238CB5E20E}"/>
              </a:ext>
            </a:extLst>
          </p:cNvPr>
          <p:cNvSpPr/>
          <p:nvPr/>
        </p:nvSpPr>
        <p:spPr>
          <a:xfrm>
            <a:off x="2276475" y="2962275"/>
            <a:ext cx="114300" cy="295275"/>
          </a:xfrm>
          <a:custGeom>
            <a:avLst/>
            <a:gdLst>
              <a:gd name="connsiteX0" fmla="*/ 114300 w 114300"/>
              <a:gd name="connsiteY0" fmla="*/ 295275 h 295275"/>
              <a:gd name="connsiteX1" fmla="*/ 85725 w 114300"/>
              <a:gd name="connsiteY1" fmla="*/ 123825 h 295275"/>
              <a:gd name="connsiteX2" fmla="*/ 0 w 114300"/>
              <a:gd name="connsiteY2" fmla="*/ 0 h 295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4300" h="295275">
                <a:moveTo>
                  <a:pt x="114300" y="295275"/>
                </a:moveTo>
                <a:cubicBezTo>
                  <a:pt x="109537" y="234156"/>
                  <a:pt x="104775" y="173037"/>
                  <a:pt x="85725" y="123825"/>
                </a:cubicBezTo>
                <a:cubicBezTo>
                  <a:pt x="66675" y="74612"/>
                  <a:pt x="33337" y="37306"/>
                  <a:pt x="0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フリーフォーム: 図形 7">
            <a:extLst>
              <a:ext uri="{FF2B5EF4-FFF2-40B4-BE49-F238E27FC236}">
                <a16:creationId xmlns:a16="http://schemas.microsoft.com/office/drawing/2014/main" id="{009C37C6-12E6-4E35-83CC-10FA73948803}"/>
              </a:ext>
            </a:extLst>
          </p:cNvPr>
          <p:cNvSpPr/>
          <p:nvPr/>
        </p:nvSpPr>
        <p:spPr>
          <a:xfrm>
            <a:off x="2333625" y="3371850"/>
            <a:ext cx="59359" cy="342900"/>
          </a:xfrm>
          <a:custGeom>
            <a:avLst/>
            <a:gdLst>
              <a:gd name="connsiteX0" fmla="*/ 47625 w 59359"/>
              <a:gd name="connsiteY0" fmla="*/ 0 h 342900"/>
              <a:gd name="connsiteX1" fmla="*/ 47625 w 59359"/>
              <a:gd name="connsiteY1" fmla="*/ 57150 h 342900"/>
              <a:gd name="connsiteX2" fmla="*/ 57150 w 59359"/>
              <a:gd name="connsiteY2" fmla="*/ 200025 h 342900"/>
              <a:gd name="connsiteX3" fmla="*/ 0 w 59359"/>
              <a:gd name="connsiteY3" fmla="*/ 342900 h 34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359" h="342900">
                <a:moveTo>
                  <a:pt x="47625" y="0"/>
                </a:moveTo>
                <a:cubicBezTo>
                  <a:pt x="47625" y="19050"/>
                  <a:pt x="46038" y="23813"/>
                  <a:pt x="47625" y="57150"/>
                </a:cubicBezTo>
                <a:cubicBezTo>
                  <a:pt x="49212" y="90487"/>
                  <a:pt x="65087" y="152400"/>
                  <a:pt x="57150" y="200025"/>
                </a:cubicBezTo>
                <a:cubicBezTo>
                  <a:pt x="49213" y="247650"/>
                  <a:pt x="24606" y="295275"/>
                  <a:pt x="0" y="3429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フリーフォーム: 図形 8">
            <a:extLst>
              <a:ext uri="{FF2B5EF4-FFF2-40B4-BE49-F238E27FC236}">
                <a16:creationId xmlns:a16="http://schemas.microsoft.com/office/drawing/2014/main" id="{B0656A20-47AC-4AF8-80B2-5E82B05938C3}"/>
              </a:ext>
            </a:extLst>
          </p:cNvPr>
          <p:cNvSpPr/>
          <p:nvPr/>
        </p:nvSpPr>
        <p:spPr>
          <a:xfrm>
            <a:off x="7058025" y="3387923"/>
            <a:ext cx="190500" cy="79177"/>
          </a:xfrm>
          <a:custGeom>
            <a:avLst/>
            <a:gdLst>
              <a:gd name="connsiteX0" fmla="*/ 0 w 190500"/>
              <a:gd name="connsiteY0" fmla="*/ 79177 h 79177"/>
              <a:gd name="connsiteX1" fmla="*/ 95250 w 190500"/>
              <a:gd name="connsiteY1" fmla="*/ 2977 h 79177"/>
              <a:gd name="connsiteX2" fmla="*/ 190500 w 190500"/>
              <a:gd name="connsiteY2" fmla="*/ 2977 h 79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0500" h="79177">
                <a:moveTo>
                  <a:pt x="0" y="79177"/>
                </a:moveTo>
                <a:cubicBezTo>
                  <a:pt x="31750" y="47427"/>
                  <a:pt x="63500" y="15677"/>
                  <a:pt x="95250" y="2977"/>
                </a:cubicBezTo>
                <a:cubicBezTo>
                  <a:pt x="127000" y="-9723"/>
                  <a:pt x="187325" y="23614"/>
                  <a:pt x="190500" y="2977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フリーフォーム: 図形 9">
            <a:extLst>
              <a:ext uri="{FF2B5EF4-FFF2-40B4-BE49-F238E27FC236}">
                <a16:creationId xmlns:a16="http://schemas.microsoft.com/office/drawing/2014/main" id="{C524BBC8-45CB-4276-A6EC-F80B7C31009D}"/>
              </a:ext>
            </a:extLst>
          </p:cNvPr>
          <p:cNvSpPr/>
          <p:nvPr/>
        </p:nvSpPr>
        <p:spPr>
          <a:xfrm>
            <a:off x="7044277" y="3571875"/>
            <a:ext cx="156623" cy="257175"/>
          </a:xfrm>
          <a:custGeom>
            <a:avLst/>
            <a:gdLst>
              <a:gd name="connsiteX0" fmla="*/ 13748 w 156623"/>
              <a:gd name="connsiteY0" fmla="*/ 0 h 257175"/>
              <a:gd name="connsiteX1" fmla="*/ 13748 w 156623"/>
              <a:gd name="connsiteY1" fmla="*/ 133350 h 257175"/>
              <a:gd name="connsiteX2" fmla="*/ 156623 w 156623"/>
              <a:gd name="connsiteY2" fmla="*/ 257175 h 257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6623" h="257175">
                <a:moveTo>
                  <a:pt x="13748" y="0"/>
                </a:moveTo>
                <a:cubicBezTo>
                  <a:pt x="1841" y="45244"/>
                  <a:pt x="-10065" y="90488"/>
                  <a:pt x="13748" y="133350"/>
                </a:cubicBezTo>
                <a:cubicBezTo>
                  <a:pt x="37561" y="176213"/>
                  <a:pt x="97092" y="216694"/>
                  <a:pt x="156623" y="257175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フリーフォーム: 図形 10">
            <a:extLst>
              <a:ext uri="{FF2B5EF4-FFF2-40B4-BE49-F238E27FC236}">
                <a16:creationId xmlns:a16="http://schemas.microsoft.com/office/drawing/2014/main" id="{1DB5B318-1921-4370-8B0D-288FFEEF99A8}"/>
              </a:ext>
            </a:extLst>
          </p:cNvPr>
          <p:cNvSpPr/>
          <p:nvPr/>
        </p:nvSpPr>
        <p:spPr>
          <a:xfrm>
            <a:off x="7105650" y="4314825"/>
            <a:ext cx="152400" cy="19050"/>
          </a:xfrm>
          <a:custGeom>
            <a:avLst/>
            <a:gdLst>
              <a:gd name="connsiteX0" fmla="*/ 0 w 152400"/>
              <a:gd name="connsiteY0" fmla="*/ 0 h 19050"/>
              <a:gd name="connsiteX1" fmla="*/ 152400 w 152400"/>
              <a:gd name="connsiteY1" fmla="*/ 19050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2400" h="19050">
                <a:moveTo>
                  <a:pt x="0" y="0"/>
                </a:moveTo>
                <a:lnTo>
                  <a:pt x="152400" y="19050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B08AF233-700B-4401-AB98-C4C00D803755}"/>
              </a:ext>
            </a:extLst>
          </p:cNvPr>
          <p:cNvSpPr/>
          <p:nvPr/>
        </p:nvSpPr>
        <p:spPr>
          <a:xfrm>
            <a:off x="2310439" y="3224201"/>
            <a:ext cx="144016" cy="144016"/>
          </a:xfrm>
          <a:prstGeom prst="ellipse">
            <a:avLst/>
          </a:prstGeom>
          <a:solidFill>
            <a:srgbClr val="3333FF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FE8E3A91-A56A-4A59-A7D8-775D6299AC7B}"/>
              </a:ext>
            </a:extLst>
          </p:cNvPr>
          <p:cNvSpPr/>
          <p:nvPr/>
        </p:nvSpPr>
        <p:spPr>
          <a:xfrm>
            <a:off x="6967419" y="3450894"/>
            <a:ext cx="144016" cy="144016"/>
          </a:xfrm>
          <a:prstGeom prst="ellipse">
            <a:avLst/>
          </a:prstGeom>
          <a:solidFill>
            <a:srgbClr val="3333FF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42715958-6906-4CFA-97ED-79F7FFDE6C58}"/>
              </a:ext>
            </a:extLst>
          </p:cNvPr>
          <p:cNvSpPr/>
          <p:nvPr/>
        </p:nvSpPr>
        <p:spPr>
          <a:xfrm>
            <a:off x="6967419" y="4210299"/>
            <a:ext cx="144016" cy="144016"/>
          </a:xfrm>
          <a:prstGeom prst="ellipse">
            <a:avLst/>
          </a:prstGeom>
          <a:solidFill>
            <a:srgbClr val="3333FF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546F48B5-62D1-45F5-BE42-D6B796857273}"/>
              </a:ext>
            </a:extLst>
          </p:cNvPr>
          <p:cNvSpPr/>
          <p:nvPr/>
        </p:nvSpPr>
        <p:spPr>
          <a:xfrm>
            <a:off x="8047840" y="910967"/>
            <a:ext cx="1531669" cy="53600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8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LAN</a:t>
            </a:r>
            <a:r>
              <a:rPr lang="ja-JP" altLang="en-US" sz="18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必要</a:t>
            </a:r>
            <a:endParaRPr kumimoji="1" lang="en-US" altLang="ja-JP" sz="1800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18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（</a:t>
            </a:r>
            <a:r>
              <a:rPr kumimoji="1" lang="en-US" altLang="ja-JP" sz="18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8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ポート）</a:t>
            </a:r>
            <a:endParaRPr kumimoji="1" lang="en-US" altLang="ja-JP" sz="1800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55" name="直線コネクタ 54">
            <a:extLst>
              <a:ext uri="{FF2B5EF4-FFF2-40B4-BE49-F238E27FC236}">
                <a16:creationId xmlns:a16="http://schemas.microsoft.com/office/drawing/2014/main" id="{BA057F6C-6CFA-4096-8E7A-E3C495B55336}"/>
              </a:ext>
            </a:extLst>
          </p:cNvPr>
          <p:cNvCxnSpPr>
            <a:cxnSpLocks/>
            <a:stCxn id="102" idx="2"/>
            <a:endCxn id="46" idx="7"/>
          </p:cNvCxnSpPr>
          <p:nvPr/>
        </p:nvCxnSpPr>
        <p:spPr>
          <a:xfrm flipH="1">
            <a:off x="2433364" y="1708846"/>
            <a:ext cx="2302694" cy="153644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コネクタ 57">
            <a:extLst>
              <a:ext uri="{FF2B5EF4-FFF2-40B4-BE49-F238E27FC236}">
                <a16:creationId xmlns:a16="http://schemas.microsoft.com/office/drawing/2014/main" id="{A0AFB4B4-F88F-4D92-B7F4-C26FC1D7663C}"/>
              </a:ext>
            </a:extLst>
          </p:cNvPr>
          <p:cNvCxnSpPr>
            <a:cxnSpLocks/>
            <a:stCxn id="102" idx="2"/>
            <a:endCxn id="48" idx="1"/>
          </p:cNvCxnSpPr>
          <p:nvPr/>
        </p:nvCxnSpPr>
        <p:spPr>
          <a:xfrm>
            <a:off x="4736058" y="1708846"/>
            <a:ext cx="2252452" cy="252254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コネクタ 58">
            <a:extLst>
              <a:ext uri="{FF2B5EF4-FFF2-40B4-BE49-F238E27FC236}">
                <a16:creationId xmlns:a16="http://schemas.microsoft.com/office/drawing/2014/main" id="{CD0A4DC2-1C26-42EC-9953-91C4F8DB9C0D}"/>
              </a:ext>
            </a:extLst>
          </p:cNvPr>
          <p:cNvCxnSpPr>
            <a:cxnSpLocks/>
            <a:stCxn id="102" idx="2"/>
            <a:endCxn id="47" idx="1"/>
          </p:cNvCxnSpPr>
          <p:nvPr/>
        </p:nvCxnSpPr>
        <p:spPr>
          <a:xfrm>
            <a:off x="4736058" y="1708846"/>
            <a:ext cx="2252452" cy="176313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33245AAE-B0F0-44AF-A508-C85C7159E631}"/>
              </a:ext>
            </a:extLst>
          </p:cNvPr>
          <p:cNvCxnSpPr>
            <a:cxnSpLocks/>
            <a:stCxn id="102" idx="2"/>
            <a:endCxn id="45" idx="2"/>
          </p:cNvCxnSpPr>
          <p:nvPr/>
        </p:nvCxnSpPr>
        <p:spPr>
          <a:xfrm flipV="1">
            <a:off x="4736058" y="1636838"/>
            <a:ext cx="858561" cy="7200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856DC68B-C64B-4FB8-B82B-0E09A20E434C}"/>
              </a:ext>
            </a:extLst>
          </p:cNvPr>
          <p:cNvSpPr/>
          <p:nvPr/>
        </p:nvSpPr>
        <p:spPr>
          <a:xfrm>
            <a:off x="5446722" y="1751233"/>
            <a:ext cx="439809" cy="156964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900" dirty="0">
                <a:solidFill>
                  <a:schemeClr val="tx1"/>
                </a:solidFill>
              </a:rPr>
              <a:t>室温</a:t>
            </a:r>
          </a:p>
        </p:txBody>
      </p: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9BC1CE70-6B7C-40FD-B0BD-56084F92C9B9}"/>
              </a:ext>
            </a:extLst>
          </p:cNvPr>
          <p:cNvGrpSpPr/>
          <p:nvPr/>
        </p:nvGrpSpPr>
        <p:grpSpPr>
          <a:xfrm>
            <a:off x="272480" y="611971"/>
            <a:ext cx="4998736" cy="350310"/>
            <a:chOff x="272480" y="611971"/>
            <a:chExt cx="4998736" cy="350310"/>
          </a:xfrm>
        </p:grpSpPr>
        <p:sp>
          <p:nvSpPr>
            <p:cNvPr id="29" name="楕円 28">
              <a:extLst>
                <a:ext uri="{FF2B5EF4-FFF2-40B4-BE49-F238E27FC236}">
                  <a16:creationId xmlns:a16="http://schemas.microsoft.com/office/drawing/2014/main" id="{C992A2B7-D9DE-481D-B3DE-A074B3A68C4E}"/>
                </a:ext>
              </a:extLst>
            </p:cNvPr>
            <p:cNvSpPr/>
            <p:nvPr/>
          </p:nvSpPr>
          <p:spPr>
            <a:xfrm>
              <a:off x="1816949" y="713267"/>
              <a:ext cx="144016" cy="144016"/>
            </a:xfrm>
            <a:prstGeom prst="ellipse">
              <a:avLst/>
            </a:prstGeom>
            <a:solidFill>
              <a:srgbClr val="3333FF"/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D39378BB-8A75-49D2-8217-96C9960C1FD0}"/>
                </a:ext>
              </a:extLst>
            </p:cNvPr>
            <p:cNvSpPr/>
            <p:nvPr/>
          </p:nvSpPr>
          <p:spPr>
            <a:xfrm>
              <a:off x="1888957" y="654897"/>
              <a:ext cx="1108640" cy="236126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子機</a:t>
              </a:r>
              <a:r>
                <a:rPr kumimoji="1"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（</a:t>
              </a:r>
              <a:r>
                <a:rPr kumimoji="1" lang="en-US" altLang="ja-JP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UNIV)</a:t>
              </a:r>
              <a:endParaRPr kumimoji="1" lang="ja-JP" altLang="en-US" sz="105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B599D7EC-9CBB-4C5E-959E-5A98498EE421}"/>
                </a:ext>
              </a:extLst>
            </p:cNvPr>
            <p:cNvSpPr/>
            <p:nvPr/>
          </p:nvSpPr>
          <p:spPr>
            <a:xfrm>
              <a:off x="408055" y="672671"/>
              <a:ext cx="295176" cy="216024"/>
            </a:xfrm>
            <a:prstGeom prst="rect">
              <a:avLst/>
            </a:prstGeom>
            <a:solidFill>
              <a:srgbClr val="FF7C80"/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ja-JP" altLang="en-US" sz="1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親</a:t>
              </a:r>
              <a:endPara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9A5B2674-1CD0-4EA3-93E2-AE73D84FDF7B}"/>
                </a:ext>
              </a:extLst>
            </p:cNvPr>
            <p:cNvSpPr/>
            <p:nvPr/>
          </p:nvSpPr>
          <p:spPr>
            <a:xfrm>
              <a:off x="585020" y="647459"/>
              <a:ext cx="979615" cy="24772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親機（</a:t>
              </a:r>
              <a:r>
                <a:rPr kumimoji="1" lang="en-US" altLang="ja-JP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IG)</a:t>
              </a:r>
              <a:endParaRPr kumimoji="1" lang="ja-JP" altLang="en-US" sz="105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3" name="楕円 32">
              <a:extLst>
                <a:ext uri="{FF2B5EF4-FFF2-40B4-BE49-F238E27FC236}">
                  <a16:creationId xmlns:a16="http://schemas.microsoft.com/office/drawing/2014/main" id="{6E2FA349-BEAA-4DC4-9425-E1A197E9B8F8}"/>
                </a:ext>
              </a:extLst>
            </p:cNvPr>
            <p:cNvSpPr/>
            <p:nvPr/>
          </p:nvSpPr>
          <p:spPr>
            <a:xfrm>
              <a:off x="3259919" y="709497"/>
              <a:ext cx="144016" cy="144016"/>
            </a:xfrm>
            <a:prstGeom prst="ellipse">
              <a:avLst/>
            </a:prstGeom>
            <a:solidFill>
              <a:srgbClr val="FF6600"/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id="{CABD4DFC-44A5-4C0E-B9A8-8FABBB0CC50A}"/>
                </a:ext>
              </a:extLst>
            </p:cNvPr>
            <p:cNvSpPr/>
            <p:nvPr/>
          </p:nvSpPr>
          <p:spPr>
            <a:xfrm>
              <a:off x="3332575" y="645375"/>
              <a:ext cx="1800687" cy="249804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室温（</a:t>
              </a:r>
              <a:r>
                <a:rPr lang="en-US" altLang="ja-JP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TRH20</a:t>
              </a:r>
              <a:r>
                <a:rPr kumimoji="1" lang="en-US" altLang="ja-JP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) </a:t>
              </a:r>
              <a:r>
                <a:rPr kumimoji="1"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センサ無し</a:t>
              </a:r>
            </a:p>
          </p:txBody>
        </p: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13914D13-4F94-4E38-81E8-C218C0661813}"/>
                </a:ext>
              </a:extLst>
            </p:cNvPr>
            <p:cNvSpPr/>
            <p:nvPr/>
          </p:nvSpPr>
          <p:spPr>
            <a:xfrm>
              <a:off x="272480" y="611971"/>
              <a:ext cx="4998736" cy="35031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aphicFrame>
        <p:nvGraphicFramePr>
          <p:cNvPr id="37" name="表 36">
            <a:extLst>
              <a:ext uri="{FF2B5EF4-FFF2-40B4-BE49-F238E27FC236}">
                <a16:creationId xmlns:a16="http://schemas.microsoft.com/office/drawing/2014/main" id="{64D49E5B-4DB5-4AFB-B03C-962A43D133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9549130"/>
              </p:ext>
            </p:extLst>
          </p:nvPr>
        </p:nvGraphicFramePr>
        <p:xfrm>
          <a:off x="7761455" y="1814088"/>
          <a:ext cx="2016081" cy="85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1422">
                  <a:extLst>
                    <a:ext uri="{9D8B030D-6E8A-4147-A177-3AD203B41FA5}">
                      <a16:colId xmlns:a16="http://schemas.microsoft.com/office/drawing/2014/main" val="3328826263"/>
                    </a:ext>
                  </a:extLst>
                </a:gridCol>
                <a:gridCol w="429207">
                  <a:extLst>
                    <a:ext uri="{9D8B030D-6E8A-4147-A177-3AD203B41FA5}">
                      <a16:colId xmlns:a16="http://schemas.microsoft.com/office/drawing/2014/main" val="1527986668"/>
                    </a:ext>
                  </a:extLst>
                </a:gridCol>
                <a:gridCol w="1045452">
                  <a:extLst>
                    <a:ext uri="{9D8B030D-6E8A-4147-A177-3AD203B41FA5}">
                      <a16:colId xmlns:a16="http://schemas.microsoft.com/office/drawing/2014/main" val="509892604"/>
                    </a:ext>
                  </a:extLst>
                </a:gridCol>
              </a:tblGrid>
              <a:tr h="15876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機器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台数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7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センサ本数（延長数）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008665"/>
                  </a:ext>
                </a:extLst>
              </a:tr>
              <a:tr h="15876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IG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601371"/>
                  </a:ext>
                </a:extLst>
              </a:tr>
              <a:tr h="15876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UNIV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3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5(0)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435022"/>
                  </a:ext>
                </a:extLst>
              </a:tr>
              <a:tr h="15876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TRH20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2895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4193087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10E9E035-8C6B-44E7-9E17-37F7EDE00F6F}"/>
              </a:ext>
            </a:extLst>
          </p:cNvPr>
          <p:cNvSpPr/>
          <p:nvPr/>
        </p:nvSpPr>
        <p:spPr>
          <a:xfrm>
            <a:off x="4090117" y="5877272"/>
            <a:ext cx="720080" cy="43204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入口</a:t>
            </a:r>
            <a:endParaRPr kumimoji="1" lang="ja-JP" alt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正方形/長方形 6"/>
          <p:cNvSpPr/>
          <p:nvPr/>
        </p:nvSpPr>
        <p:spPr>
          <a:xfrm>
            <a:off x="0" y="13127"/>
            <a:ext cx="9906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/>
            <a:r>
              <a:rPr lang="ja-JP" altLang="en-US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③　実験室　</a:t>
            </a:r>
            <a:r>
              <a:rPr lang="en-US" altLang="ja-JP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212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70F40A9-BB99-4090-A11B-47614F97F91C}"/>
              </a:ext>
            </a:extLst>
          </p:cNvPr>
          <p:cNvSpPr/>
          <p:nvPr/>
        </p:nvSpPr>
        <p:spPr>
          <a:xfrm>
            <a:off x="6434396" y="1623588"/>
            <a:ext cx="70771" cy="29851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0E40388A-536A-4A98-B0FE-728F8E5C2917}"/>
              </a:ext>
            </a:extLst>
          </p:cNvPr>
          <p:cNvSpPr/>
          <p:nvPr/>
        </p:nvSpPr>
        <p:spPr>
          <a:xfrm>
            <a:off x="578170" y="1615576"/>
            <a:ext cx="8496944" cy="411768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矢印: 上 3">
            <a:extLst>
              <a:ext uri="{FF2B5EF4-FFF2-40B4-BE49-F238E27FC236}">
                <a16:creationId xmlns:a16="http://schemas.microsoft.com/office/drawing/2014/main" id="{7BA7DD11-DA4F-4D54-BD53-CCA29F35005D}"/>
              </a:ext>
            </a:extLst>
          </p:cNvPr>
          <p:cNvSpPr/>
          <p:nvPr/>
        </p:nvSpPr>
        <p:spPr>
          <a:xfrm>
            <a:off x="4162125" y="5589240"/>
            <a:ext cx="583381" cy="288032"/>
          </a:xfrm>
          <a:prstGeom prst="up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B1143E51-9E47-4CA9-A959-B5A6FD8B0608}"/>
              </a:ext>
            </a:extLst>
          </p:cNvPr>
          <p:cNvSpPr/>
          <p:nvPr/>
        </p:nvSpPr>
        <p:spPr>
          <a:xfrm>
            <a:off x="8668025" y="1872423"/>
            <a:ext cx="384938" cy="3600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+4</a:t>
            </a:r>
            <a:endParaRPr kumimoji="1" lang="ja-JP" altLang="en-US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3" name="矢印: 上 52">
            <a:extLst>
              <a:ext uri="{FF2B5EF4-FFF2-40B4-BE49-F238E27FC236}">
                <a16:creationId xmlns:a16="http://schemas.microsoft.com/office/drawing/2014/main" id="{93D34A9B-51DE-4EC1-B6EE-5DA12B24694C}"/>
              </a:ext>
            </a:extLst>
          </p:cNvPr>
          <p:cNvSpPr/>
          <p:nvPr/>
        </p:nvSpPr>
        <p:spPr>
          <a:xfrm>
            <a:off x="1666761" y="5589240"/>
            <a:ext cx="583381" cy="288032"/>
          </a:xfrm>
          <a:prstGeom prst="up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762A8184-5406-4065-B21D-966B16957CC5}"/>
              </a:ext>
            </a:extLst>
          </p:cNvPr>
          <p:cNvSpPr/>
          <p:nvPr/>
        </p:nvSpPr>
        <p:spPr>
          <a:xfrm>
            <a:off x="1581080" y="5741441"/>
            <a:ext cx="720080" cy="43204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入口</a:t>
            </a:r>
            <a:endParaRPr kumimoji="1" lang="ja-JP" alt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8239EB1D-ADFC-4807-A304-C7B389DECF58}"/>
              </a:ext>
            </a:extLst>
          </p:cNvPr>
          <p:cNvSpPr/>
          <p:nvPr/>
        </p:nvSpPr>
        <p:spPr>
          <a:xfrm>
            <a:off x="8668025" y="2360623"/>
            <a:ext cx="384938" cy="3600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+4</a:t>
            </a:r>
            <a:endParaRPr kumimoji="1" lang="ja-JP" altLang="en-US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7A27AF1B-9724-4AE1-8311-276897FAE1D6}"/>
              </a:ext>
            </a:extLst>
          </p:cNvPr>
          <p:cNvSpPr/>
          <p:nvPr/>
        </p:nvSpPr>
        <p:spPr>
          <a:xfrm>
            <a:off x="5996252" y="1721990"/>
            <a:ext cx="384938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-</a:t>
            </a:r>
            <a:r>
              <a:rPr lang="en-US" altLang="ja-JP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40</a:t>
            </a:r>
            <a:endParaRPr kumimoji="1" lang="ja-JP" altLang="en-US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811C246E-B7A1-4712-9E17-66DAD9B3D5AF}"/>
              </a:ext>
            </a:extLst>
          </p:cNvPr>
          <p:cNvSpPr/>
          <p:nvPr/>
        </p:nvSpPr>
        <p:spPr>
          <a:xfrm>
            <a:off x="5996252" y="2192934"/>
            <a:ext cx="384938" cy="3600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+4</a:t>
            </a:r>
            <a:endParaRPr kumimoji="1" lang="ja-JP" altLang="en-US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AB28AFAF-C663-42F6-8179-ECCDC5CA85E7}"/>
              </a:ext>
            </a:extLst>
          </p:cNvPr>
          <p:cNvSpPr/>
          <p:nvPr/>
        </p:nvSpPr>
        <p:spPr>
          <a:xfrm>
            <a:off x="5996252" y="2663878"/>
            <a:ext cx="384938" cy="64394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+4</a:t>
            </a:r>
            <a:endParaRPr kumimoji="1" lang="ja-JP" altLang="en-US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8" name="正方形/長方形 77">
            <a:extLst>
              <a:ext uri="{FF2B5EF4-FFF2-40B4-BE49-F238E27FC236}">
                <a16:creationId xmlns:a16="http://schemas.microsoft.com/office/drawing/2014/main" id="{C898B254-72E6-4321-9F5B-39B32191E584}"/>
              </a:ext>
            </a:extLst>
          </p:cNvPr>
          <p:cNvSpPr/>
          <p:nvPr/>
        </p:nvSpPr>
        <p:spPr>
          <a:xfrm flipH="1">
            <a:off x="2949368" y="5373216"/>
            <a:ext cx="384938" cy="3600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+4</a:t>
            </a:r>
            <a:endParaRPr kumimoji="1" lang="ja-JP" altLang="en-US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5246B61C-E4B0-4B0A-B493-3327B26A32A8}"/>
              </a:ext>
            </a:extLst>
          </p:cNvPr>
          <p:cNvSpPr/>
          <p:nvPr/>
        </p:nvSpPr>
        <p:spPr>
          <a:xfrm flipH="1">
            <a:off x="3464387" y="5373216"/>
            <a:ext cx="384938" cy="3600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+4</a:t>
            </a:r>
            <a:endParaRPr kumimoji="1" lang="ja-JP" altLang="en-US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D131DA07-9020-4179-903E-7287945E90E2}"/>
              </a:ext>
            </a:extLst>
          </p:cNvPr>
          <p:cNvSpPr/>
          <p:nvPr/>
        </p:nvSpPr>
        <p:spPr>
          <a:xfrm flipH="1">
            <a:off x="2431780" y="5373216"/>
            <a:ext cx="384938" cy="3600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+4</a:t>
            </a:r>
            <a:endParaRPr kumimoji="1" lang="ja-JP" altLang="en-US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DB5AB4C0-7253-41F6-A6CB-855449A7FBA4}"/>
              </a:ext>
            </a:extLst>
          </p:cNvPr>
          <p:cNvSpPr/>
          <p:nvPr/>
        </p:nvSpPr>
        <p:spPr>
          <a:xfrm flipH="1">
            <a:off x="1179524" y="1692403"/>
            <a:ext cx="384938" cy="3600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+4</a:t>
            </a:r>
            <a:endParaRPr kumimoji="1" lang="ja-JP" altLang="en-US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F622AE4C-A175-4538-9228-EEFE596C0865}"/>
              </a:ext>
            </a:extLst>
          </p:cNvPr>
          <p:cNvSpPr/>
          <p:nvPr/>
        </p:nvSpPr>
        <p:spPr>
          <a:xfrm>
            <a:off x="702147" y="1692403"/>
            <a:ext cx="384938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-</a:t>
            </a:r>
            <a:r>
              <a:rPr lang="en-US" altLang="ja-JP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40</a:t>
            </a:r>
            <a:endParaRPr kumimoji="1" lang="ja-JP" altLang="en-US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3855F5DA-8FA7-426D-823F-D46C0B40DDA3}"/>
              </a:ext>
            </a:extLst>
          </p:cNvPr>
          <p:cNvSpPr/>
          <p:nvPr/>
        </p:nvSpPr>
        <p:spPr>
          <a:xfrm>
            <a:off x="1794850" y="2311456"/>
            <a:ext cx="384938" cy="3600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700" dirty="0">
                <a:latin typeface="Meiryo UI" panose="020B0604030504040204" pitchFamily="50" charset="-128"/>
                <a:ea typeface="Meiryo UI" panose="020B0604030504040204" pitchFamily="50" charset="-128"/>
              </a:rPr>
              <a:t>+10</a:t>
            </a:r>
            <a:endParaRPr kumimoji="1" lang="ja-JP" altLang="en-US" sz="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9" name="正方形/長方形 98">
            <a:extLst>
              <a:ext uri="{FF2B5EF4-FFF2-40B4-BE49-F238E27FC236}">
                <a16:creationId xmlns:a16="http://schemas.microsoft.com/office/drawing/2014/main" id="{02E272B4-6A52-4193-A6B7-7F59C0E167D8}"/>
              </a:ext>
            </a:extLst>
          </p:cNvPr>
          <p:cNvSpPr/>
          <p:nvPr/>
        </p:nvSpPr>
        <p:spPr>
          <a:xfrm>
            <a:off x="5690465" y="5373216"/>
            <a:ext cx="658343" cy="3600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-20/+4</a:t>
            </a:r>
            <a:endParaRPr kumimoji="1" lang="ja-JP" altLang="en-US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8A36A21-53A0-48A4-9FA0-3AEC6ABD0C20}"/>
              </a:ext>
            </a:extLst>
          </p:cNvPr>
          <p:cNvSpPr/>
          <p:nvPr/>
        </p:nvSpPr>
        <p:spPr>
          <a:xfrm>
            <a:off x="4376936" y="2681090"/>
            <a:ext cx="792088" cy="2071653"/>
          </a:xfrm>
          <a:prstGeom prst="rect">
            <a:avLst/>
          </a:prstGeom>
          <a:ln w="12700"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0" name="正方形/長方形 99">
            <a:extLst>
              <a:ext uri="{FF2B5EF4-FFF2-40B4-BE49-F238E27FC236}">
                <a16:creationId xmlns:a16="http://schemas.microsoft.com/office/drawing/2014/main" id="{9EF47CC3-0413-4F27-881E-5CF80DD42F8D}"/>
              </a:ext>
            </a:extLst>
          </p:cNvPr>
          <p:cNvSpPr/>
          <p:nvPr/>
        </p:nvSpPr>
        <p:spPr>
          <a:xfrm>
            <a:off x="2974191" y="2681090"/>
            <a:ext cx="792088" cy="2071653"/>
          </a:xfrm>
          <a:prstGeom prst="rect">
            <a:avLst/>
          </a:prstGeom>
          <a:ln w="12700"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1" name="正方形/長方形 100">
            <a:extLst>
              <a:ext uri="{FF2B5EF4-FFF2-40B4-BE49-F238E27FC236}">
                <a16:creationId xmlns:a16="http://schemas.microsoft.com/office/drawing/2014/main" id="{9964D1CA-C246-4117-873E-F0F3234E9B49}"/>
              </a:ext>
            </a:extLst>
          </p:cNvPr>
          <p:cNvSpPr/>
          <p:nvPr/>
        </p:nvSpPr>
        <p:spPr>
          <a:xfrm>
            <a:off x="1562407" y="2671496"/>
            <a:ext cx="792088" cy="2071653"/>
          </a:xfrm>
          <a:prstGeom prst="rect">
            <a:avLst/>
          </a:prstGeom>
          <a:ln w="12700"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27735DA2-014E-4EDE-83EE-0D95D30E5A15}"/>
              </a:ext>
            </a:extLst>
          </p:cNvPr>
          <p:cNvSpPr/>
          <p:nvPr/>
        </p:nvSpPr>
        <p:spPr>
          <a:xfrm>
            <a:off x="3211107" y="3674416"/>
            <a:ext cx="295176" cy="216024"/>
          </a:xfrm>
          <a:prstGeom prst="rect">
            <a:avLst/>
          </a:prstGeom>
          <a:solidFill>
            <a:srgbClr val="FF7C80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親</a:t>
            </a:r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02" name="正方形/長方形 101">
            <a:extLst>
              <a:ext uri="{FF2B5EF4-FFF2-40B4-BE49-F238E27FC236}">
                <a16:creationId xmlns:a16="http://schemas.microsoft.com/office/drawing/2014/main" id="{CEAF1F48-5D24-4CAF-81D5-D634B18177FB}"/>
              </a:ext>
            </a:extLst>
          </p:cNvPr>
          <p:cNvSpPr/>
          <p:nvPr/>
        </p:nvSpPr>
        <p:spPr>
          <a:xfrm>
            <a:off x="7592063" y="1656399"/>
            <a:ext cx="295176" cy="216024"/>
          </a:xfrm>
          <a:prstGeom prst="rect">
            <a:avLst/>
          </a:prstGeom>
          <a:solidFill>
            <a:srgbClr val="FF7C80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親</a:t>
            </a:r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03" name="楕円 102">
            <a:extLst>
              <a:ext uri="{FF2B5EF4-FFF2-40B4-BE49-F238E27FC236}">
                <a16:creationId xmlns:a16="http://schemas.microsoft.com/office/drawing/2014/main" id="{144F5178-82FA-4ADA-8D33-DE8D7E26F276}"/>
              </a:ext>
            </a:extLst>
          </p:cNvPr>
          <p:cNvSpPr/>
          <p:nvPr/>
        </p:nvSpPr>
        <p:spPr>
          <a:xfrm>
            <a:off x="3282165" y="2841833"/>
            <a:ext cx="144016" cy="144016"/>
          </a:xfrm>
          <a:prstGeom prst="ellipse">
            <a:avLst/>
          </a:prstGeom>
          <a:solidFill>
            <a:srgbClr val="FF6600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05" name="楕円 104">
            <a:extLst>
              <a:ext uri="{FF2B5EF4-FFF2-40B4-BE49-F238E27FC236}">
                <a16:creationId xmlns:a16="http://schemas.microsoft.com/office/drawing/2014/main" id="{769CBA40-ADDC-46CA-B041-FF44B40B8002}"/>
              </a:ext>
            </a:extLst>
          </p:cNvPr>
          <p:cNvSpPr/>
          <p:nvPr/>
        </p:nvSpPr>
        <p:spPr>
          <a:xfrm>
            <a:off x="2195133" y="2354842"/>
            <a:ext cx="144016" cy="144016"/>
          </a:xfrm>
          <a:prstGeom prst="ellipse">
            <a:avLst/>
          </a:prstGeom>
          <a:solidFill>
            <a:srgbClr val="3333FF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06" name="楕円 105">
            <a:extLst>
              <a:ext uri="{FF2B5EF4-FFF2-40B4-BE49-F238E27FC236}">
                <a16:creationId xmlns:a16="http://schemas.microsoft.com/office/drawing/2014/main" id="{AF950DB4-5B57-4927-9C26-8DC47D13ABEC}"/>
              </a:ext>
            </a:extLst>
          </p:cNvPr>
          <p:cNvSpPr/>
          <p:nvPr/>
        </p:nvSpPr>
        <p:spPr>
          <a:xfrm>
            <a:off x="5797570" y="2071593"/>
            <a:ext cx="144016" cy="144016"/>
          </a:xfrm>
          <a:prstGeom prst="ellipse">
            <a:avLst/>
          </a:prstGeom>
          <a:solidFill>
            <a:srgbClr val="3333FF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07" name="楕円 106">
            <a:extLst>
              <a:ext uri="{FF2B5EF4-FFF2-40B4-BE49-F238E27FC236}">
                <a16:creationId xmlns:a16="http://schemas.microsoft.com/office/drawing/2014/main" id="{B1A8089B-AAC0-43BC-A848-CB97EDF82A63}"/>
              </a:ext>
            </a:extLst>
          </p:cNvPr>
          <p:cNvSpPr/>
          <p:nvPr/>
        </p:nvSpPr>
        <p:spPr>
          <a:xfrm>
            <a:off x="5797570" y="2922803"/>
            <a:ext cx="144016" cy="144016"/>
          </a:xfrm>
          <a:prstGeom prst="ellipse">
            <a:avLst/>
          </a:prstGeom>
          <a:solidFill>
            <a:srgbClr val="3333FF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08" name="楕円 107">
            <a:extLst>
              <a:ext uri="{FF2B5EF4-FFF2-40B4-BE49-F238E27FC236}">
                <a16:creationId xmlns:a16="http://schemas.microsoft.com/office/drawing/2014/main" id="{77696B45-9DE8-4631-9ED7-6AC11D22ED95}"/>
              </a:ext>
            </a:extLst>
          </p:cNvPr>
          <p:cNvSpPr/>
          <p:nvPr/>
        </p:nvSpPr>
        <p:spPr>
          <a:xfrm>
            <a:off x="8467658" y="2245875"/>
            <a:ext cx="144016" cy="144016"/>
          </a:xfrm>
          <a:prstGeom prst="ellipse">
            <a:avLst/>
          </a:prstGeom>
          <a:solidFill>
            <a:srgbClr val="3333FF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09" name="楕円 108">
            <a:extLst>
              <a:ext uri="{FF2B5EF4-FFF2-40B4-BE49-F238E27FC236}">
                <a16:creationId xmlns:a16="http://schemas.microsoft.com/office/drawing/2014/main" id="{E23B8E4C-19FF-4C0A-8B71-D606ACEB2792}"/>
              </a:ext>
            </a:extLst>
          </p:cNvPr>
          <p:cNvSpPr/>
          <p:nvPr/>
        </p:nvSpPr>
        <p:spPr>
          <a:xfrm>
            <a:off x="2812635" y="5179463"/>
            <a:ext cx="144016" cy="144016"/>
          </a:xfrm>
          <a:prstGeom prst="ellipse">
            <a:avLst/>
          </a:prstGeom>
          <a:solidFill>
            <a:srgbClr val="3333FF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10" name="楕円 109">
            <a:extLst>
              <a:ext uri="{FF2B5EF4-FFF2-40B4-BE49-F238E27FC236}">
                <a16:creationId xmlns:a16="http://schemas.microsoft.com/office/drawing/2014/main" id="{A36134DC-3846-4EF7-A5CF-E747C70AD11D}"/>
              </a:ext>
            </a:extLst>
          </p:cNvPr>
          <p:cNvSpPr/>
          <p:nvPr/>
        </p:nvSpPr>
        <p:spPr>
          <a:xfrm>
            <a:off x="3540165" y="5212093"/>
            <a:ext cx="144016" cy="144016"/>
          </a:xfrm>
          <a:prstGeom prst="ellipse">
            <a:avLst/>
          </a:prstGeom>
          <a:solidFill>
            <a:srgbClr val="3333FF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11" name="楕円 110">
            <a:extLst>
              <a:ext uri="{FF2B5EF4-FFF2-40B4-BE49-F238E27FC236}">
                <a16:creationId xmlns:a16="http://schemas.microsoft.com/office/drawing/2014/main" id="{54768C28-4766-4860-8C52-8B66405BF909}"/>
              </a:ext>
            </a:extLst>
          </p:cNvPr>
          <p:cNvSpPr/>
          <p:nvPr/>
        </p:nvSpPr>
        <p:spPr>
          <a:xfrm>
            <a:off x="5941586" y="5208550"/>
            <a:ext cx="144016" cy="144016"/>
          </a:xfrm>
          <a:prstGeom prst="ellipse">
            <a:avLst/>
          </a:prstGeom>
          <a:solidFill>
            <a:srgbClr val="3333FF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9" name="フリーフォーム: 図形 8">
            <a:extLst>
              <a:ext uri="{FF2B5EF4-FFF2-40B4-BE49-F238E27FC236}">
                <a16:creationId xmlns:a16="http://schemas.microsoft.com/office/drawing/2014/main" id="{6B242B17-44C4-4B46-B2F6-B1C1268D208C}"/>
              </a:ext>
            </a:extLst>
          </p:cNvPr>
          <p:cNvSpPr/>
          <p:nvPr/>
        </p:nvSpPr>
        <p:spPr>
          <a:xfrm>
            <a:off x="1200150" y="2057565"/>
            <a:ext cx="257175" cy="106607"/>
          </a:xfrm>
          <a:custGeom>
            <a:avLst/>
            <a:gdLst>
              <a:gd name="connsiteX0" fmla="*/ 0 w 257175"/>
              <a:gd name="connsiteY0" fmla="*/ 104775 h 106607"/>
              <a:gd name="connsiteX1" fmla="*/ 142875 w 257175"/>
              <a:gd name="connsiteY1" fmla="*/ 104775 h 106607"/>
              <a:gd name="connsiteX2" fmla="*/ 209550 w 257175"/>
              <a:gd name="connsiteY2" fmla="*/ 85725 h 106607"/>
              <a:gd name="connsiteX3" fmla="*/ 257175 w 257175"/>
              <a:gd name="connsiteY3" fmla="*/ 0 h 106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175" h="106607">
                <a:moveTo>
                  <a:pt x="0" y="104775"/>
                </a:moveTo>
                <a:cubicBezTo>
                  <a:pt x="53975" y="106362"/>
                  <a:pt x="107950" y="107950"/>
                  <a:pt x="142875" y="104775"/>
                </a:cubicBezTo>
                <a:cubicBezTo>
                  <a:pt x="177800" y="101600"/>
                  <a:pt x="190500" y="103187"/>
                  <a:pt x="209550" y="85725"/>
                </a:cubicBezTo>
                <a:cubicBezTo>
                  <a:pt x="228600" y="68263"/>
                  <a:pt x="242887" y="34131"/>
                  <a:pt x="257175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フリーフォーム: 図形 10">
            <a:extLst>
              <a:ext uri="{FF2B5EF4-FFF2-40B4-BE49-F238E27FC236}">
                <a16:creationId xmlns:a16="http://schemas.microsoft.com/office/drawing/2014/main" id="{EC0B0305-B089-425E-B37F-35DC7A9F453F}"/>
              </a:ext>
            </a:extLst>
          </p:cNvPr>
          <p:cNvSpPr/>
          <p:nvPr/>
        </p:nvSpPr>
        <p:spPr>
          <a:xfrm>
            <a:off x="8539666" y="2019465"/>
            <a:ext cx="118559" cy="209550"/>
          </a:xfrm>
          <a:custGeom>
            <a:avLst/>
            <a:gdLst>
              <a:gd name="connsiteX0" fmla="*/ 4259 w 118559"/>
              <a:gd name="connsiteY0" fmla="*/ 209550 h 209550"/>
              <a:gd name="connsiteX1" fmla="*/ 13784 w 118559"/>
              <a:gd name="connsiteY1" fmla="*/ 85725 h 209550"/>
              <a:gd name="connsiteX2" fmla="*/ 118559 w 118559"/>
              <a:gd name="connsiteY2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8559" h="209550">
                <a:moveTo>
                  <a:pt x="4259" y="209550"/>
                </a:moveTo>
                <a:cubicBezTo>
                  <a:pt x="-504" y="165100"/>
                  <a:pt x="-5266" y="120650"/>
                  <a:pt x="13784" y="85725"/>
                </a:cubicBezTo>
                <a:cubicBezTo>
                  <a:pt x="32834" y="50800"/>
                  <a:pt x="75696" y="25400"/>
                  <a:pt x="118559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フリーフォーム: 図形 11">
            <a:extLst>
              <a:ext uri="{FF2B5EF4-FFF2-40B4-BE49-F238E27FC236}">
                <a16:creationId xmlns:a16="http://schemas.microsoft.com/office/drawing/2014/main" id="{D3FD958D-5DCC-461D-A7D9-F17E9458DA8E}"/>
              </a:ext>
            </a:extLst>
          </p:cNvPr>
          <p:cNvSpPr/>
          <p:nvPr/>
        </p:nvSpPr>
        <p:spPr>
          <a:xfrm>
            <a:off x="8540534" y="2387653"/>
            <a:ext cx="127491" cy="276225"/>
          </a:xfrm>
          <a:custGeom>
            <a:avLst/>
            <a:gdLst>
              <a:gd name="connsiteX0" fmla="*/ 3666 w 127491"/>
              <a:gd name="connsiteY0" fmla="*/ 0 h 276225"/>
              <a:gd name="connsiteX1" fmla="*/ 3666 w 127491"/>
              <a:gd name="connsiteY1" fmla="*/ 209550 h 276225"/>
              <a:gd name="connsiteX2" fmla="*/ 41766 w 127491"/>
              <a:gd name="connsiteY2" fmla="*/ 247650 h 276225"/>
              <a:gd name="connsiteX3" fmla="*/ 127491 w 127491"/>
              <a:gd name="connsiteY3" fmla="*/ 276225 h 27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491" h="276225">
                <a:moveTo>
                  <a:pt x="3666" y="0"/>
                </a:moveTo>
                <a:cubicBezTo>
                  <a:pt x="491" y="84137"/>
                  <a:pt x="-2684" y="168275"/>
                  <a:pt x="3666" y="209550"/>
                </a:cubicBezTo>
                <a:cubicBezTo>
                  <a:pt x="10016" y="250825"/>
                  <a:pt x="21129" y="236538"/>
                  <a:pt x="41766" y="247650"/>
                </a:cubicBezTo>
                <a:cubicBezTo>
                  <a:pt x="62403" y="258762"/>
                  <a:pt x="94947" y="267493"/>
                  <a:pt x="127491" y="276225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フリーフォーム: 図形 13">
            <a:extLst>
              <a:ext uri="{FF2B5EF4-FFF2-40B4-BE49-F238E27FC236}">
                <a16:creationId xmlns:a16="http://schemas.microsoft.com/office/drawing/2014/main" id="{9A5CDE2C-807E-4093-8D24-93E5B12FFB4C}"/>
              </a:ext>
            </a:extLst>
          </p:cNvPr>
          <p:cNvSpPr/>
          <p:nvPr/>
        </p:nvSpPr>
        <p:spPr>
          <a:xfrm>
            <a:off x="5895975" y="1952485"/>
            <a:ext cx="123825" cy="124130"/>
          </a:xfrm>
          <a:custGeom>
            <a:avLst/>
            <a:gdLst>
              <a:gd name="connsiteX0" fmla="*/ 0 w 123825"/>
              <a:gd name="connsiteY0" fmla="*/ 124130 h 124130"/>
              <a:gd name="connsiteX1" fmla="*/ 57150 w 123825"/>
              <a:gd name="connsiteY1" fmla="*/ 19355 h 124130"/>
              <a:gd name="connsiteX2" fmla="*/ 123825 w 123825"/>
              <a:gd name="connsiteY2" fmla="*/ 305 h 1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3825" h="124130">
                <a:moveTo>
                  <a:pt x="0" y="124130"/>
                </a:moveTo>
                <a:cubicBezTo>
                  <a:pt x="18256" y="82061"/>
                  <a:pt x="36513" y="39992"/>
                  <a:pt x="57150" y="19355"/>
                </a:cubicBezTo>
                <a:cubicBezTo>
                  <a:pt x="77787" y="-1282"/>
                  <a:pt x="100806" y="-489"/>
                  <a:pt x="123825" y="305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フリーフォーム: 図形 14">
            <a:extLst>
              <a:ext uri="{FF2B5EF4-FFF2-40B4-BE49-F238E27FC236}">
                <a16:creationId xmlns:a16="http://schemas.microsoft.com/office/drawing/2014/main" id="{95AF5F73-F506-43E2-9227-E04F9794D029}"/>
              </a:ext>
            </a:extLst>
          </p:cNvPr>
          <p:cNvSpPr/>
          <p:nvPr/>
        </p:nvSpPr>
        <p:spPr>
          <a:xfrm>
            <a:off x="5867400" y="2219490"/>
            <a:ext cx="142875" cy="200025"/>
          </a:xfrm>
          <a:custGeom>
            <a:avLst/>
            <a:gdLst>
              <a:gd name="connsiteX0" fmla="*/ 0 w 142875"/>
              <a:gd name="connsiteY0" fmla="*/ 0 h 200025"/>
              <a:gd name="connsiteX1" fmla="*/ 38100 w 142875"/>
              <a:gd name="connsiteY1" fmla="*/ 104775 h 200025"/>
              <a:gd name="connsiteX2" fmla="*/ 142875 w 142875"/>
              <a:gd name="connsiteY2" fmla="*/ 200025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2875" h="200025">
                <a:moveTo>
                  <a:pt x="0" y="0"/>
                </a:moveTo>
                <a:cubicBezTo>
                  <a:pt x="7144" y="35719"/>
                  <a:pt x="14288" y="71438"/>
                  <a:pt x="38100" y="104775"/>
                </a:cubicBezTo>
                <a:cubicBezTo>
                  <a:pt x="61912" y="138112"/>
                  <a:pt x="138112" y="190500"/>
                  <a:pt x="142875" y="200025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フリーフォーム: 図形 15">
            <a:extLst>
              <a:ext uri="{FF2B5EF4-FFF2-40B4-BE49-F238E27FC236}">
                <a16:creationId xmlns:a16="http://schemas.microsoft.com/office/drawing/2014/main" id="{61626008-1989-4631-8521-94138C954FA8}"/>
              </a:ext>
            </a:extLst>
          </p:cNvPr>
          <p:cNvSpPr/>
          <p:nvPr/>
        </p:nvSpPr>
        <p:spPr>
          <a:xfrm>
            <a:off x="5886450" y="3057690"/>
            <a:ext cx="152400" cy="171450"/>
          </a:xfrm>
          <a:custGeom>
            <a:avLst/>
            <a:gdLst>
              <a:gd name="connsiteX0" fmla="*/ 0 w 152400"/>
              <a:gd name="connsiteY0" fmla="*/ 0 h 171450"/>
              <a:gd name="connsiteX1" fmla="*/ 57150 w 152400"/>
              <a:gd name="connsiteY1" fmla="*/ 123825 h 171450"/>
              <a:gd name="connsiteX2" fmla="*/ 152400 w 152400"/>
              <a:gd name="connsiteY2" fmla="*/ 171450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2400" h="171450">
                <a:moveTo>
                  <a:pt x="0" y="0"/>
                </a:moveTo>
                <a:cubicBezTo>
                  <a:pt x="15875" y="47625"/>
                  <a:pt x="31750" y="95250"/>
                  <a:pt x="57150" y="123825"/>
                </a:cubicBezTo>
                <a:cubicBezTo>
                  <a:pt x="82550" y="152400"/>
                  <a:pt x="117475" y="161925"/>
                  <a:pt x="152400" y="17145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フリーフォーム: 図形 16">
            <a:extLst>
              <a:ext uri="{FF2B5EF4-FFF2-40B4-BE49-F238E27FC236}">
                <a16:creationId xmlns:a16="http://schemas.microsoft.com/office/drawing/2014/main" id="{AD7DCF1F-A28A-41A6-89E7-E0A2C4D189BB}"/>
              </a:ext>
            </a:extLst>
          </p:cNvPr>
          <p:cNvSpPr/>
          <p:nvPr/>
        </p:nvSpPr>
        <p:spPr>
          <a:xfrm>
            <a:off x="6076950" y="5249717"/>
            <a:ext cx="190500" cy="132073"/>
          </a:xfrm>
          <a:custGeom>
            <a:avLst/>
            <a:gdLst>
              <a:gd name="connsiteX0" fmla="*/ 0 w 190500"/>
              <a:gd name="connsiteY0" fmla="*/ 8248 h 132073"/>
              <a:gd name="connsiteX1" fmla="*/ 57150 w 190500"/>
              <a:gd name="connsiteY1" fmla="*/ 8248 h 132073"/>
              <a:gd name="connsiteX2" fmla="*/ 152400 w 190500"/>
              <a:gd name="connsiteY2" fmla="*/ 93973 h 132073"/>
              <a:gd name="connsiteX3" fmla="*/ 190500 w 190500"/>
              <a:gd name="connsiteY3" fmla="*/ 132073 h 132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500" h="132073">
                <a:moveTo>
                  <a:pt x="0" y="8248"/>
                </a:moveTo>
                <a:cubicBezTo>
                  <a:pt x="15875" y="1104"/>
                  <a:pt x="31750" y="-6039"/>
                  <a:pt x="57150" y="8248"/>
                </a:cubicBezTo>
                <a:cubicBezTo>
                  <a:pt x="82550" y="22535"/>
                  <a:pt x="130175" y="73336"/>
                  <a:pt x="152400" y="93973"/>
                </a:cubicBezTo>
                <a:cubicBezTo>
                  <a:pt x="174625" y="114610"/>
                  <a:pt x="182562" y="123341"/>
                  <a:pt x="190500" y="132073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フリーフォーム: 図形 17">
            <a:extLst>
              <a:ext uri="{FF2B5EF4-FFF2-40B4-BE49-F238E27FC236}">
                <a16:creationId xmlns:a16="http://schemas.microsoft.com/office/drawing/2014/main" id="{8EE552F9-C002-4C17-A7DC-54791B72CC43}"/>
              </a:ext>
            </a:extLst>
          </p:cNvPr>
          <p:cNvSpPr/>
          <p:nvPr/>
        </p:nvSpPr>
        <p:spPr>
          <a:xfrm>
            <a:off x="5762625" y="5263231"/>
            <a:ext cx="171450" cy="118559"/>
          </a:xfrm>
          <a:custGeom>
            <a:avLst/>
            <a:gdLst>
              <a:gd name="connsiteX0" fmla="*/ 171450 w 171450"/>
              <a:gd name="connsiteY0" fmla="*/ 4259 h 118559"/>
              <a:gd name="connsiteX1" fmla="*/ 76200 w 171450"/>
              <a:gd name="connsiteY1" fmla="*/ 13784 h 118559"/>
              <a:gd name="connsiteX2" fmla="*/ 0 w 171450"/>
              <a:gd name="connsiteY2" fmla="*/ 118559 h 118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1450" h="118559">
                <a:moveTo>
                  <a:pt x="171450" y="4259"/>
                </a:moveTo>
                <a:cubicBezTo>
                  <a:pt x="138112" y="-504"/>
                  <a:pt x="104775" y="-5266"/>
                  <a:pt x="76200" y="13784"/>
                </a:cubicBezTo>
                <a:cubicBezTo>
                  <a:pt x="47625" y="32834"/>
                  <a:pt x="23812" y="75696"/>
                  <a:pt x="0" y="118559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フリーフォーム: 図形 18">
            <a:extLst>
              <a:ext uri="{FF2B5EF4-FFF2-40B4-BE49-F238E27FC236}">
                <a16:creationId xmlns:a16="http://schemas.microsoft.com/office/drawing/2014/main" id="{49558B3E-FCE1-4D09-B04A-2B814554538C}"/>
              </a:ext>
            </a:extLst>
          </p:cNvPr>
          <p:cNvSpPr/>
          <p:nvPr/>
        </p:nvSpPr>
        <p:spPr>
          <a:xfrm flipV="1">
            <a:off x="1921544" y="2323434"/>
            <a:ext cx="300488" cy="85524"/>
          </a:xfrm>
          <a:custGeom>
            <a:avLst/>
            <a:gdLst>
              <a:gd name="connsiteX0" fmla="*/ 237158 w 237158"/>
              <a:gd name="connsiteY0" fmla="*/ 28575 h 86035"/>
              <a:gd name="connsiteX1" fmla="*/ 8558 w 237158"/>
              <a:gd name="connsiteY1" fmla="*/ 0 h 86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7158" h="86035">
                <a:moveTo>
                  <a:pt x="237158" y="28575"/>
                </a:moveTo>
                <a:cubicBezTo>
                  <a:pt x="100633" y="82550"/>
                  <a:pt x="-35892" y="136525"/>
                  <a:pt x="8558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フリーフォーム: 図形 19">
            <a:extLst>
              <a:ext uri="{FF2B5EF4-FFF2-40B4-BE49-F238E27FC236}">
                <a16:creationId xmlns:a16="http://schemas.microsoft.com/office/drawing/2014/main" id="{664098CF-1A3A-4AB8-972D-BE538EAEC282}"/>
              </a:ext>
            </a:extLst>
          </p:cNvPr>
          <p:cNvSpPr/>
          <p:nvPr/>
        </p:nvSpPr>
        <p:spPr>
          <a:xfrm>
            <a:off x="2943225" y="5257965"/>
            <a:ext cx="285750" cy="133350"/>
          </a:xfrm>
          <a:custGeom>
            <a:avLst/>
            <a:gdLst>
              <a:gd name="connsiteX0" fmla="*/ 0 w 285750"/>
              <a:gd name="connsiteY0" fmla="*/ 0 h 133350"/>
              <a:gd name="connsiteX1" fmla="*/ 171450 w 285750"/>
              <a:gd name="connsiteY1" fmla="*/ 28575 h 133350"/>
              <a:gd name="connsiteX2" fmla="*/ 285750 w 285750"/>
              <a:gd name="connsiteY2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5750" h="133350">
                <a:moveTo>
                  <a:pt x="0" y="0"/>
                </a:moveTo>
                <a:cubicBezTo>
                  <a:pt x="61912" y="3175"/>
                  <a:pt x="123825" y="6350"/>
                  <a:pt x="171450" y="28575"/>
                </a:cubicBezTo>
                <a:cubicBezTo>
                  <a:pt x="219075" y="50800"/>
                  <a:pt x="252412" y="92075"/>
                  <a:pt x="285750" y="13335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フリーフォーム: 図形 20">
            <a:extLst>
              <a:ext uri="{FF2B5EF4-FFF2-40B4-BE49-F238E27FC236}">
                <a16:creationId xmlns:a16="http://schemas.microsoft.com/office/drawing/2014/main" id="{DA9347FD-9D7B-4D7A-BAB0-63B30616662A}"/>
              </a:ext>
            </a:extLst>
          </p:cNvPr>
          <p:cNvSpPr/>
          <p:nvPr/>
        </p:nvSpPr>
        <p:spPr>
          <a:xfrm>
            <a:off x="2533650" y="5257556"/>
            <a:ext cx="276225" cy="105184"/>
          </a:xfrm>
          <a:custGeom>
            <a:avLst/>
            <a:gdLst>
              <a:gd name="connsiteX0" fmla="*/ 276225 w 276225"/>
              <a:gd name="connsiteY0" fmla="*/ 409 h 105184"/>
              <a:gd name="connsiteX1" fmla="*/ 104775 w 276225"/>
              <a:gd name="connsiteY1" fmla="*/ 9934 h 105184"/>
              <a:gd name="connsiteX2" fmla="*/ 28575 w 276225"/>
              <a:gd name="connsiteY2" fmla="*/ 67084 h 105184"/>
              <a:gd name="connsiteX3" fmla="*/ 0 w 276225"/>
              <a:gd name="connsiteY3" fmla="*/ 105184 h 105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6225" h="105184">
                <a:moveTo>
                  <a:pt x="276225" y="409"/>
                </a:moveTo>
                <a:cubicBezTo>
                  <a:pt x="211137" y="-385"/>
                  <a:pt x="146050" y="-1178"/>
                  <a:pt x="104775" y="9934"/>
                </a:cubicBezTo>
                <a:cubicBezTo>
                  <a:pt x="63500" y="21046"/>
                  <a:pt x="46037" y="51209"/>
                  <a:pt x="28575" y="67084"/>
                </a:cubicBezTo>
                <a:cubicBezTo>
                  <a:pt x="11113" y="82959"/>
                  <a:pt x="5556" y="94071"/>
                  <a:pt x="0" y="105184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フリーフォーム: 図形 21">
            <a:extLst>
              <a:ext uri="{FF2B5EF4-FFF2-40B4-BE49-F238E27FC236}">
                <a16:creationId xmlns:a16="http://schemas.microsoft.com/office/drawing/2014/main" id="{39DC02F9-7D1A-4BD3-9D69-5B616502BF3C}"/>
              </a:ext>
            </a:extLst>
          </p:cNvPr>
          <p:cNvSpPr/>
          <p:nvPr/>
        </p:nvSpPr>
        <p:spPr>
          <a:xfrm>
            <a:off x="3686005" y="5280558"/>
            <a:ext cx="95250" cy="238347"/>
          </a:xfrm>
          <a:custGeom>
            <a:avLst/>
            <a:gdLst>
              <a:gd name="connsiteX0" fmla="*/ 0 w 95250"/>
              <a:gd name="connsiteY0" fmla="*/ 222 h 238347"/>
              <a:gd name="connsiteX1" fmla="*/ 66675 w 95250"/>
              <a:gd name="connsiteY1" fmla="*/ 38322 h 238347"/>
              <a:gd name="connsiteX2" fmla="*/ 95250 w 95250"/>
              <a:gd name="connsiteY2" fmla="*/ 238347 h 238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250" h="238347">
                <a:moveTo>
                  <a:pt x="0" y="222"/>
                </a:moveTo>
                <a:cubicBezTo>
                  <a:pt x="25400" y="-572"/>
                  <a:pt x="50800" y="-1365"/>
                  <a:pt x="66675" y="38322"/>
                </a:cubicBezTo>
                <a:cubicBezTo>
                  <a:pt x="82550" y="78009"/>
                  <a:pt x="88900" y="158178"/>
                  <a:pt x="95250" y="238347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フリーフォーム: 図形 23">
            <a:extLst>
              <a:ext uri="{FF2B5EF4-FFF2-40B4-BE49-F238E27FC236}">
                <a16:creationId xmlns:a16="http://schemas.microsoft.com/office/drawing/2014/main" id="{423E81B3-3909-4B72-BCA7-470B324C03E7}"/>
              </a:ext>
            </a:extLst>
          </p:cNvPr>
          <p:cNvSpPr/>
          <p:nvPr/>
        </p:nvSpPr>
        <p:spPr>
          <a:xfrm>
            <a:off x="802387" y="2073425"/>
            <a:ext cx="285750" cy="104775"/>
          </a:xfrm>
          <a:custGeom>
            <a:avLst/>
            <a:gdLst>
              <a:gd name="connsiteX0" fmla="*/ 285750 w 285750"/>
              <a:gd name="connsiteY0" fmla="*/ 104775 h 104775"/>
              <a:gd name="connsiteX1" fmla="*/ 152400 w 285750"/>
              <a:gd name="connsiteY1" fmla="*/ 95250 h 104775"/>
              <a:gd name="connsiteX2" fmla="*/ 47625 w 285750"/>
              <a:gd name="connsiteY2" fmla="*/ 95250 h 104775"/>
              <a:gd name="connsiteX3" fmla="*/ 0 w 285750"/>
              <a:gd name="connsiteY3" fmla="*/ 0 h 104775"/>
              <a:gd name="connsiteX0" fmla="*/ 285750 w 285750"/>
              <a:gd name="connsiteY0" fmla="*/ 104775 h 104775"/>
              <a:gd name="connsiteX1" fmla="*/ 152400 w 285750"/>
              <a:gd name="connsiteY1" fmla="*/ 95250 h 104775"/>
              <a:gd name="connsiteX2" fmla="*/ 47625 w 285750"/>
              <a:gd name="connsiteY2" fmla="*/ 95250 h 104775"/>
              <a:gd name="connsiteX3" fmla="*/ 0 w 285750"/>
              <a:gd name="connsiteY3" fmla="*/ 0 h 104775"/>
              <a:gd name="connsiteX0" fmla="*/ 285750 w 285750"/>
              <a:gd name="connsiteY0" fmla="*/ 104775 h 104775"/>
              <a:gd name="connsiteX1" fmla="*/ 152400 w 285750"/>
              <a:gd name="connsiteY1" fmla="*/ 95250 h 104775"/>
              <a:gd name="connsiteX2" fmla="*/ 47625 w 285750"/>
              <a:gd name="connsiteY2" fmla="*/ 85725 h 104775"/>
              <a:gd name="connsiteX3" fmla="*/ 0 w 285750"/>
              <a:gd name="connsiteY3" fmla="*/ 0 h 104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750" h="104775">
                <a:moveTo>
                  <a:pt x="285750" y="104775"/>
                </a:moveTo>
                <a:cubicBezTo>
                  <a:pt x="238918" y="100806"/>
                  <a:pt x="192087" y="98425"/>
                  <a:pt x="152400" y="95250"/>
                </a:cubicBezTo>
                <a:cubicBezTo>
                  <a:pt x="112713" y="92075"/>
                  <a:pt x="73025" y="101600"/>
                  <a:pt x="47625" y="85725"/>
                </a:cubicBezTo>
                <a:cubicBezTo>
                  <a:pt x="22225" y="69850"/>
                  <a:pt x="11112" y="39687"/>
                  <a:pt x="0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" name="楕円 103">
            <a:extLst>
              <a:ext uri="{FF2B5EF4-FFF2-40B4-BE49-F238E27FC236}">
                <a16:creationId xmlns:a16="http://schemas.microsoft.com/office/drawing/2014/main" id="{D248EEE2-4250-4F11-B50A-E04C89E73960}"/>
              </a:ext>
            </a:extLst>
          </p:cNvPr>
          <p:cNvSpPr/>
          <p:nvPr/>
        </p:nvSpPr>
        <p:spPr>
          <a:xfrm>
            <a:off x="1069768" y="2082030"/>
            <a:ext cx="144016" cy="144016"/>
          </a:xfrm>
          <a:prstGeom prst="ellipse">
            <a:avLst/>
          </a:prstGeom>
          <a:solidFill>
            <a:srgbClr val="3333FF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12" name="正方形/長方形 111">
            <a:extLst>
              <a:ext uri="{FF2B5EF4-FFF2-40B4-BE49-F238E27FC236}">
                <a16:creationId xmlns:a16="http://schemas.microsoft.com/office/drawing/2014/main" id="{BBC8CA2C-F6B9-4229-A981-6981C48CE3F5}"/>
              </a:ext>
            </a:extLst>
          </p:cNvPr>
          <p:cNvSpPr/>
          <p:nvPr/>
        </p:nvSpPr>
        <p:spPr>
          <a:xfrm>
            <a:off x="6177136" y="764704"/>
            <a:ext cx="1531669" cy="53600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8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LAN</a:t>
            </a:r>
            <a:r>
              <a:rPr lang="ja-JP" altLang="en-US" sz="18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必要</a:t>
            </a:r>
            <a:endParaRPr kumimoji="1" lang="en-US" altLang="ja-JP" sz="1800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18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（２ポート）</a:t>
            </a:r>
            <a:endParaRPr kumimoji="1" lang="en-US" altLang="ja-JP" sz="1800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13" name="直線コネクタ 112">
            <a:extLst>
              <a:ext uri="{FF2B5EF4-FFF2-40B4-BE49-F238E27FC236}">
                <a16:creationId xmlns:a16="http://schemas.microsoft.com/office/drawing/2014/main" id="{12CF6B68-8AE6-4583-8CE4-3BE1DAE606E5}"/>
              </a:ext>
            </a:extLst>
          </p:cNvPr>
          <p:cNvCxnSpPr>
            <a:cxnSpLocks/>
            <a:stCxn id="57" idx="0"/>
            <a:endCxn id="103" idx="4"/>
          </p:cNvCxnSpPr>
          <p:nvPr/>
        </p:nvCxnSpPr>
        <p:spPr>
          <a:xfrm flipH="1" flipV="1">
            <a:off x="3354173" y="2985849"/>
            <a:ext cx="4522" cy="68856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線コネクタ 113">
            <a:extLst>
              <a:ext uri="{FF2B5EF4-FFF2-40B4-BE49-F238E27FC236}">
                <a16:creationId xmlns:a16="http://schemas.microsoft.com/office/drawing/2014/main" id="{B93DEA55-2268-47CD-BF54-BF95284B7188}"/>
              </a:ext>
            </a:extLst>
          </p:cNvPr>
          <p:cNvCxnSpPr>
            <a:cxnSpLocks/>
            <a:stCxn id="57" idx="0"/>
            <a:endCxn id="105" idx="5"/>
          </p:cNvCxnSpPr>
          <p:nvPr/>
        </p:nvCxnSpPr>
        <p:spPr>
          <a:xfrm flipH="1" flipV="1">
            <a:off x="2318058" y="2477767"/>
            <a:ext cx="1040637" cy="119664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コネクタ 114">
            <a:extLst>
              <a:ext uri="{FF2B5EF4-FFF2-40B4-BE49-F238E27FC236}">
                <a16:creationId xmlns:a16="http://schemas.microsoft.com/office/drawing/2014/main" id="{FFDA461E-8F68-4540-A276-8E28562D8D44}"/>
              </a:ext>
            </a:extLst>
          </p:cNvPr>
          <p:cNvCxnSpPr>
            <a:cxnSpLocks/>
            <a:stCxn id="57" idx="0"/>
            <a:endCxn id="104" idx="5"/>
          </p:cNvCxnSpPr>
          <p:nvPr/>
        </p:nvCxnSpPr>
        <p:spPr>
          <a:xfrm flipH="1" flipV="1">
            <a:off x="1192693" y="2204955"/>
            <a:ext cx="2166002" cy="146946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線コネクタ 115">
            <a:extLst>
              <a:ext uri="{FF2B5EF4-FFF2-40B4-BE49-F238E27FC236}">
                <a16:creationId xmlns:a16="http://schemas.microsoft.com/office/drawing/2014/main" id="{C291DF5E-F899-4432-A394-D1935FD99ADC}"/>
              </a:ext>
            </a:extLst>
          </p:cNvPr>
          <p:cNvCxnSpPr>
            <a:cxnSpLocks/>
            <a:stCxn id="106" idx="2"/>
            <a:endCxn id="57" idx="0"/>
          </p:cNvCxnSpPr>
          <p:nvPr/>
        </p:nvCxnSpPr>
        <p:spPr>
          <a:xfrm flipH="1">
            <a:off x="3358695" y="2143601"/>
            <a:ext cx="2438875" cy="153081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コネクタ 116">
            <a:extLst>
              <a:ext uri="{FF2B5EF4-FFF2-40B4-BE49-F238E27FC236}">
                <a16:creationId xmlns:a16="http://schemas.microsoft.com/office/drawing/2014/main" id="{BE8AB5AA-545E-488F-9492-4BCFDF939601}"/>
              </a:ext>
            </a:extLst>
          </p:cNvPr>
          <p:cNvCxnSpPr>
            <a:cxnSpLocks/>
            <a:stCxn id="107" idx="2"/>
            <a:endCxn id="57" idx="0"/>
          </p:cNvCxnSpPr>
          <p:nvPr/>
        </p:nvCxnSpPr>
        <p:spPr>
          <a:xfrm flipH="1">
            <a:off x="3358695" y="2994811"/>
            <a:ext cx="2438875" cy="67960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線コネクタ 117">
            <a:extLst>
              <a:ext uri="{FF2B5EF4-FFF2-40B4-BE49-F238E27FC236}">
                <a16:creationId xmlns:a16="http://schemas.microsoft.com/office/drawing/2014/main" id="{EDA1EDD9-8C51-4A24-8171-F6A3E6F60352}"/>
              </a:ext>
            </a:extLst>
          </p:cNvPr>
          <p:cNvCxnSpPr>
            <a:cxnSpLocks/>
            <a:stCxn id="111" idx="2"/>
            <a:endCxn id="57" idx="2"/>
          </p:cNvCxnSpPr>
          <p:nvPr/>
        </p:nvCxnSpPr>
        <p:spPr>
          <a:xfrm flipH="1" flipV="1">
            <a:off x="3358695" y="3890440"/>
            <a:ext cx="2582891" cy="139011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線コネクタ 118">
            <a:extLst>
              <a:ext uri="{FF2B5EF4-FFF2-40B4-BE49-F238E27FC236}">
                <a16:creationId xmlns:a16="http://schemas.microsoft.com/office/drawing/2014/main" id="{35CCAB17-2FB8-4805-B853-39F43D758BA9}"/>
              </a:ext>
            </a:extLst>
          </p:cNvPr>
          <p:cNvCxnSpPr>
            <a:cxnSpLocks/>
            <a:stCxn id="110" idx="0"/>
            <a:endCxn id="57" idx="2"/>
          </p:cNvCxnSpPr>
          <p:nvPr/>
        </p:nvCxnSpPr>
        <p:spPr>
          <a:xfrm flipH="1" flipV="1">
            <a:off x="3358695" y="3890440"/>
            <a:ext cx="253478" cy="132165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コネクタ 119">
            <a:extLst>
              <a:ext uri="{FF2B5EF4-FFF2-40B4-BE49-F238E27FC236}">
                <a16:creationId xmlns:a16="http://schemas.microsoft.com/office/drawing/2014/main" id="{B2D17CD4-71AA-4150-B18E-6BB65D15C05C}"/>
              </a:ext>
            </a:extLst>
          </p:cNvPr>
          <p:cNvCxnSpPr>
            <a:cxnSpLocks/>
            <a:stCxn id="109" idx="0"/>
            <a:endCxn id="57" idx="2"/>
          </p:cNvCxnSpPr>
          <p:nvPr/>
        </p:nvCxnSpPr>
        <p:spPr>
          <a:xfrm flipV="1">
            <a:off x="2884643" y="3890440"/>
            <a:ext cx="474052" cy="128902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線コネクタ 120">
            <a:extLst>
              <a:ext uri="{FF2B5EF4-FFF2-40B4-BE49-F238E27FC236}">
                <a16:creationId xmlns:a16="http://schemas.microsoft.com/office/drawing/2014/main" id="{1D2200C4-16B9-4BCD-8C34-E8C84B6AF89E}"/>
              </a:ext>
            </a:extLst>
          </p:cNvPr>
          <p:cNvCxnSpPr>
            <a:cxnSpLocks/>
            <a:stCxn id="102" idx="3"/>
            <a:endCxn id="108" idx="2"/>
          </p:cNvCxnSpPr>
          <p:nvPr/>
        </p:nvCxnSpPr>
        <p:spPr>
          <a:xfrm>
            <a:off x="7887239" y="1764411"/>
            <a:ext cx="580419" cy="55347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5D26BFB4-F424-4E30-91D6-3DF730FFD4D3}"/>
              </a:ext>
            </a:extLst>
          </p:cNvPr>
          <p:cNvSpPr/>
          <p:nvPr/>
        </p:nvSpPr>
        <p:spPr>
          <a:xfrm>
            <a:off x="3463626" y="2847864"/>
            <a:ext cx="439809" cy="156964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900" dirty="0">
                <a:solidFill>
                  <a:schemeClr val="tx1"/>
                </a:solidFill>
              </a:rPr>
              <a:t>室温</a:t>
            </a:r>
          </a:p>
        </p:txBody>
      </p:sp>
      <p:grpSp>
        <p:nvGrpSpPr>
          <p:cNvPr id="61" name="グループ化 60">
            <a:extLst>
              <a:ext uri="{FF2B5EF4-FFF2-40B4-BE49-F238E27FC236}">
                <a16:creationId xmlns:a16="http://schemas.microsoft.com/office/drawing/2014/main" id="{CA43CA2A-836E-49EF-BFE7-F859384D8200}"/>
              </a:ext>
            </a:extLst>
          </p:cNvPr>
          <p:cNvGrpSpPr/>
          <p:nvPr/>
        </p:nvGrpSpPr>
        <p:grpSpPr>
          <a:xfrm>
            <a:off x="272480" y="611971"/>
            <a:ext cx="4998736" cy="350310"/>
            <a:chOff x="272480" y="611971"/>
            <a:chExt cx="4998736" cy="350310"/>
          </a:xfrm>
        </p:grpSpPr>
        <p:sp>
          <p:nvSpPr>
            <p:cNvPr id="62" name="楕円 61">
              <a:extLst>
                <a:ext uri="{FF2B5EF4-FFF2-40B4-BE49-F238E27FC236}">
                  <a16:creationId xmlns:a16="http://schemas.microsoft.com/office/drawing/2014/main" id="{01A43F54-EEF3-48BA-8CBC-3A1CCC513809}"/>
                </a:ext>
              </a:extLst>
            </p:cNvPr>
            <p:cNvSpPr/>
            <p:nvPr/>
          </p:nvSpPr>
          <p:spPr>
            <a:xfrm>
              <a:off x="1816949" y="713267"/>
              <a:ext cx="144016" cy="144016"/>
            </a:xfrm>
            <a:prstGeom prst="ellipse">
              <a:avLst/>
            </a:prstGeom>
            <a:solidFill>
              <a:srgbClr val="3333FF"/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63" name="正方形/長方形 62">
              <a:extLst>
                <a:ext uri="{FF2B5EF4-FFF2-40B4-BE49-F238E27FC236}">
                  <a16:creationId xmlns:a16="http://schemas.microsoft.com/office/drawing/2014/main" id="{A3DC1CED-65DA-44BE-9E78-D668010C262C}"/>
                </a:ext>
              </a:extLst>
            </p:cNvPr>
            <p:cNvSpPr/>
            <p:nvPr/>
          </p:nvSpPr>
          <p:spPr>
            <a:xfrm>
              <a:off x="1888957" y="654897"/>
              <a:ext cx="1108640" cy="236126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子機</a:t>
              </a:r>
              <a:r>
                <a:rPr kumimoji="1"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（</a:t>
              </a:r>
              <a:r>
                <a:rPr kumimoji="1" lang="en-US" altLang="ja-JP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UNIV)</a:t>
              </a:r>
              <a:endParaRPr kumimoji="1" lang="ja-JP" altLang="en-US" sz="105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64" name="正方形/長方形 63">
              <a:extLst>
                <a:ext uri="{FF2B5EF4-FFF2-40B4-BE49-F238E27FC236}">
                  <a16:creationId xmlns:a16="http://schemas.microsoft.com/office/drawing/2014/main" id="{BD706930-1E68-4029-92A6-F903D9C4B901}"/>
                </a:ext>
              </a:extLst>
            </p:cNvPr>
            <p:cNvSpPr/>
            <p:nvPr/>
          </p:nvSpPr>
          <p:spPr>
            <a:xfrm>
              <a:off x="408055" y="672671"/>
              <a:ext cx="295176" cy="216024"/>
            </a:xfrm>
            <a:prstGeom prst="rect">
              <a:avLst/>
            </a:prstGeom>
            <a:solidFill>
              <a:srgbClr val="FF7C80"/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ja-JP" altLang="en-US" sz="1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親</a:t>
              </a:r>
              <a:endPara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65" name="正方形/長方形 64">
              <a:extLst>
                <a:ext uri="{FF2B5EF4-FFF2-40B4-BE49-F238E27FC236}">
                  <a16:creationId xmlns:a16="http://schemas.microsoft.com/office/drawing/2014/main" id="{FFE54FDC-72A4-42AE-AD62-6246F22279E1}"/>
                </a:ext>
              </a:extLst>
            </p:cNvPr>
            <p:cNvSpPr/>
            <p:nvPr/>
          </p:nvSpPr>
          <p:spPr>
            <a:xfrm>
              <a:off x="585020" y="647459"/>
              <a:ext cx="979615" cy="24772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親機（</a:t>
              </a:r>
              <a:r>
                <a:rPr kumimoji="1" lang="en-US" altLang="ja-JP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IG)</a:t>
              </a:r>
              <a:endParaRPr kumimoji="1" lang="ja-JP" altLang="en-US" sz="105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66" name="楕円 65">
              <a:extLst>
                <a:ext uri="{FF2B5EF4-FFF2-40B4-BE49-F238E27FC236}">
                  <a16:creationId xmlns:a16="http://schemas.microsoft.com/office/drawing/2014/main" id="{EE5AFE58-9542-4A0F-AD21-8EF0E9C705B6}"/>
                </a:ext>
              </a:extLst>
            </p:cNvPr>
            <p:cNvSpPr/>
            <p:nvPr/>
          </p:nvSpPr>
          <p:spPr>
            <a:xfrm>
              <a:off x="3259919" y="709497"/>
              <a:ext cx="144016" cy="144016"/>
            </a:xfrm>
            <a:prstGeom prst="ellipse">
              <a:avLst/>
            </a:prstGeom>
            <a:solidFill>
              <a:srgbClr val="FF6600"/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67" name="正方形/長方形 66">
              <a:extLst>
                <a:ext uri="{FF2B5EF4-FFF2-40B4-BE49-F238E27FC236}">
                  <a16:creationId xmlns:a16="http://schemas.microsoft.com/office/drawing/2014/main" id="{C0A6C403-313A-4256-A634-6E8347AF8350}"/>
                </a:ext>
              </a:extLst>
            </p:cNvPr>
            <p:cNvSpPr/>
            <p:nvPr/>
          </p:nvSpPr>
          <p:spPr>
            <a:xfrm>
              <a:off x="3332575" y="645375"/>
              <a:ext cx="1800687" cy="249804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室温（</a:t>
              </a:r>
              <a:r>
                <a:rPr lang="en-US" altLang="ja-JP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TRH20</a:t>
              </a:r>
              <a:r>
                <a:rPr kumimoji="1" lang="en-US" altLang="ja-JP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) </a:t>
              </a:r>
              <a:r>
                <a:rPr kumimoji="1"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センサ無し</a:t>
              </a:r>
            </a:p>
          </p:txBody>
        </p:sp>
        <p:sp>
          <p:nvSpPr>
            <p:cNvPr id="68" name="正方形/長方形 67">
              <a:extLst>
                <a:ext uri="{FF2B5EF4-FFF2-40B4-BE49-F238E27FC236}">
                  <a16:creationId xmlns:a16="http://schemas.microsoft.com/office/drawing/2014/main" id="{0FB2B2F5-6BA0-4BC9-96E5-0B1A240F0C4F}"/>
                </a:ext>
              </a:extLst>
            </p:cNvPr>
            <p:cNvSpPr/>
            <p:nvPr/>
          </p:nvSpPr>
          <p:spPr>
            <a:xfrm>
              <a:off x="272480" y="611971"/>
              <a:ext cx="4998736" cy="35031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aphicFrame>
        <p:nvGraphicFramePr>
          <p:cNvPr id="69" name="表 68">
            <a:extLst>
              <a:ext uri="{FF2B5EF4-FFF2-40B4-BE49-F238E27FC236}">
                <a16:creationId xmlns:a16="http://schemas.microsoft.com/office/drawing/2014/main" id="{AF8EE28D-9A25-4E82-9CFB-1F9A99907A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31075"/>
              </p:ext>
            </p:extLst>
          </p:nvPr>
        </p:nvGraphicFramePr>
        <p:xfrm>
          <a:off x="7833463" y="631344"/>
          <a:ext cx="2016081" cy="85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1422">
                  <a:extLst>
                    <a:ext uri="{9D8B030D-6E8A-4147-A177-3AD203B41FA5}">
                      <a16:colId xmlns:a16="http://schemas.microsoft.com/office/drawing/2014/main" val="3328826263"/>
                    </a:ext>
                  </a:extLst>
                </a:gridCol>
                <a:gridCol w="429207">
                  <a:extLst>
                    <a:ext uri="{9D8B030D-6E8A-4147-A177-3AD203B41FA5}">
                      <a16:colId xmlns:a16="http://schemas.microsoft.com/office/drawing/2014/main" val="1527986668"/>
                    </a:ext>
                  </a:extLst>
                </a:gridCol>
                <a:gridCol w="1045452">
                  <a:extLst>
                    <a:ext uri="{9D8B030D-6E8A-4147-A177-3AD203B41FA5}">
                      <a16:colId xmlns:a16="http://schemas.microsoft.com/office/drawing/2014/main" val="509892604"/>
                    </a:ext>
                  </a:extLst>
                </a:gridCol>
              </a:tblGrid>
              <a:tr h="15876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機器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台数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7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センサ本数（延長数）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008665"/>
                  </a:ext>
                </a:extLst>
              </a:tr>
              <a:tr h="15876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IG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601371"/>
                  </a:ext>
                </a:extLst>
              </a:tr>
              <a:tr h="15876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UNIV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8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13(0)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435022"/>
                  </a:ext>
                </a:extLst>
              </a:tr>
              <a:tr h="15876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TRH20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2895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3528311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10E9E035-8C6B-44E7-9E17-37F7EDE00F6F}"/>
              </a:ext>
            </a:extLst>
          </p:cNvPr>
          <p:cNvSpPr/>
          <p:nvPr/>
        </p:nvSpPr>
        <p:spPr>
          <a:xfrm>
            <a:off x="5256566" y="4642695"/>
            <a:ext cx="720080" cy="43204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入口</a:t>
            </a:r>
            <a:endParaRPr kumimoji="1" lang="ja-JP" alt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正方形/長方形 6"/>
          <p:cNvSpPr/>
          <p:nvPr/>
        </p:nvSpPr>
        <p:spPr>
          <a:xfrm>
            <a:off x="0" y="13127"/>
            <a:ext cx="9906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/>
            <a:r>
              <a:rPr lang="ja-JP" altLang="en-US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④　実験室　</a:t>
            </a:r>
            <a:r>
              <a:rPr lang="en-US" altLang="ja-JP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213 / </a:t>
            </a:r>
            <a:r>
              <a:rPr lang="ja-JP" altLang="en-US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低温室</a:t>
            </a:r>
            <a:r>
              <a:rPr lang="en-US" altLang="ja-JP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204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0E40388A-536A-4A98-B0FE-728F8E5C2917}"/>
              </a:ext>
            </a:extLst>
          </p:cNvPr>
          <p:cNvSpPr/>
          <p:nvPr/>
        </p:nvSpPr>
        <p:spPr>
          <a:xfrm>
            <a:off x="1784648" y="1311657"/>
            <a:ext cx="5835808" cy="3187022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矢印: 上 3">
            <a:extLst>
              <a:ext uri="{FF2B5EF4-FFF2-40B4-BE49-F238E27FC236}">
                <a16:creationId xmlns:a16="http://schemas.microsoft.com/office/drawing/2014/main" id="{7BA7DD11-DA4F-4D54-BD53-CCA29F35005D}"/>
              </a:ext>
            </a:extLst>
          </p:cNvPr>
          <p:cNvSpPr/>
          <p:nvPr/>
        </p:nvSpPr>
        <p:spPr>
          <a:xfrm>
            <a:off x="5328574" y="4354663"/>
            <a:ext cx="583381" cy="288032"/>
          </a:xfrm>
          <a:prstGeom prst="up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矢印: 上 52">
            <a:extLst>
              <a:ext uri="{FF2B5EF4-FFF2-40B4-BE49-F238E27FC236}">
                <a16:creationId xmlns:a16="http://schemas.microsoft.com/office/drawing/2014/main" id="{93D34A9B-51DE-4EC1-B6EE-5DA12B24694C}"/>
              </a:ext>
            </a:extLst>
          </p:cNvPr>
          <p:cNvSpPr/>
          <p:nvPr/>
        </p:nvSpPr>
        <p:spPr>
          <a:xfrm>
            <a:off x="3094465" y="4354663"/>
            <a:ext cx="583381" cy="288032"/>
          </a:xfrm>
          <a:prstGeom prst="up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762A8184-5406-4065-B21D-966B16957CC5}"/>
              </a:ext>
            </a:extLst>
          </p:cNvPr>
          <p:cNvSpPr/>
          <p:nvPr/>
        </p:nvSpPr>
        <p:spPr>
          <a:xfrm>
            <a:off x="3008784" y="4678479"/>
            <a:ext cx="720080" cy="43204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入口</a:t>
            </a:r>
            <a:endParaRPr kumimoji="1" lang="ja-JP" alt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811C246E-B7A1-4712-9E17-66DAD9B3D5AF}"/>
              </a:ext>
            </a:extLst>
          </p:cNvPr>
          <p:cNvSpPr/>
          <p:nvPr/>
        </p:nvSpPr>
        <p:spPr>
          <a:xfrm>
            <a:off x="7206984" y="1864191"/>
            <a:ext cx="384938" cy="3600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+7</a:t>
            </a:r>
            <a:endParaRPr kumimoji="1" lang="ja-JP" altLang="en-US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5246B61C-E4B0-4B0A-B493-3327B26A32A8}"/>
              </a:ext>
            </a:extLst>
          </p:cNvPr>
          <p:cNvSpPr/>
          <p:nvPr/>
        </p:nvSpPr>
        <p:spPr>
          <a:xfrm flipH="1">
            <a:off x="1907765" y="1328772"/>
            <a:ext cx="688846" cy="3600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+4</a:t>
            </a:r>
            <a:endParaRPr kumimoji="1" lang="ja-JP" altLang="en-US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8A36A21-53A0-48A4-9FA0-3AEC6ABD0C20}"/>
              </a:ext>
            </a:extLst>
          </p:cNvPr>
          <p:cNvSpPr/>
          <p:nvPr/>
        </p:nvSpPr>
        <p:spPr>
          <a:xfrm>
            <a:off x="5310661" y="1830351"/>
            <a:ext cx="792088" cy="207165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0" name="正方形/長方形 99">
            <a:extLst>
              <a:ext uri="{FF2B5EF4-FFF2-40B4-BE49-F238E27FC236}">
                <a16:creationId xmlns:a16="http://schemas.microsoft.com/office/drawing/2014/main" id="{9EF47CC3-0413-4F27-881E-5CF80DD42F8D}"/>
              </a:ext>
            </a:extLst>
          </p:cNvPr>
          <p:cNvSpPr/>
          <p:nvPr/>
        </p:nvSpPr>
        <p:spPr>
          <a:xfrm>
            <a:off x="4102500" y="1834368"/>
            <a:ext cx="792088" cy="207165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0BA19021-D8CE-4117-8F8C-053806124B3C}"/>
              </a:ext>
            </a:extLst>
          </p:cNvPr>
          <p:cNvSpPr/>
          <p:nvPr/>
        </p:nvSpPr>
        <p:spPr>
          <a:xfrm>
            <a:off x="4539320" y="5251197"/>
            <a:ext cx="905275" cy="1036341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1CFC05D1-9038-4296-91E5-5DE9515EFEF3}"/>
              </a:ext>
            </a:extLst>
          </p:cNvPr>
          <p:cNvSpPr/>
          <p:nvPr/>
        </p:nvSpPr>
        <p:spPr>
          <a:xfrm>
            <a:off x="2894339" y="1830606"/>
            <a:ext cx="792088" cy="207165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94F49BC2-5B08-4652-A537-92D2072298AB}"/>
              </a:ext>
            </a:extLst>
          </p:cNvPr>
          <p:cNvSpPr/>
          <p:nvPr/>
        </p:nvSpPr>
        <p:spPr>
          <a:xfrm flipH="1">
            <a:off x="4633700" y="5623624"/>
            <a:ext cx="713372" cy="5447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＋４</a:t>
            </a:r>
            <a:endParaRPr kumimoji="1" lang="en-US" altLang="ja-JP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（室内）</a:t>
            </a:r>
            <a:endParaRPr kumimoji="1" lang="ja-JP" altLang="en-US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92D26279-1280-44F8-A3C1-282548E1C406}"/>
              </a:ext>
            </a:extLst>
          </p:cNvPr>
          <p:cNvSpPr/>
          <p:nvPr/>
        </p:nvSpPr>
        <p:spPr>
          <a:xfrm>
            <a:off x="5561276" y="3628077"/>
            <a:ext cx="295176" cy="216024"/>
          </a:xfrm>
          <a:prstGeom prst="rect">
            <a:avLst/>
          </a:prstGeom>
          <a:solidFill>
            <a:srgbClr val="FF7C80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親</a:t>
            </a:r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96425A47-BC2A-4A12-9160-58EAEECAB3BD}"/>
              </a:ext>
            </a:extLst>
          </p:cNvPr>
          <p:cNvSpPr/>
          <p:nvPr/>
        </p:nvSpPr>
        <p:spPr>
          <a:xfrm>
            <a:off x="7206984" y="2905168"/>
            <a:ext cx="384938" cy="3600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+4</a:t>
            </a:r>
            <a:endParaRPr kumimoji="1" lang="ja-JP" altLang="en-US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478FC8BB-2605-4908-A6F2-25A72DA43001}"/>
              </a:ext>
            </a:extLst>
          </p:cNvPr>
          <p:cNvSpPr/>
          <p:nvPr/>
        </p:nvSpPr>
        <p:spPr>
          <a:xfrm>
            <a:off x="7205126" y="2390708"/>
            <a:ext cx="384938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-</a:t>
            </a:r>
            <a:r>
              <a:rPr lang="en-US" altLang="ja-JP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40</a:t>
            </a:r>
            <a:endParaRPr kumimoji="1" lang="ja-JP" altLang="en-US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9DAB3340-D05C-46F2-AFBB-F5761C9EEC47}"/>
              </a:ext>
            </a:extLst>
          </p:cNvPr>
          <p:cNvSpPr/>
          <p:nvPr/>
        </p:nvSpPr>
        <p:spPr>
          <a:xfrm>
            <a:off x="2668618" y="1318394"/>
            <a:ext cx="484181" cy="3600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+10</a:t>
            </a:r>
            <a:endParaRPr kumimoji="1" lang="ja-JP" altLang="en-US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70E8A68E-F2F0-4D3E-934F-5DC2D8171173}"/>
              </a:ext>
            </a:extLst>
          </p:cNvPr>
          <p:cNvSpPr/>
          <p:nvPr/>
        </p:nvSpPr>
        <p:spPr>
          <a:xfrm>
            <a:off x="1825745" y="2098016"/>
            <a:ext cx="384938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-</a:t>
            </a:r>
            <a:r>
              <a:rPr lang="en-US" altLang="ja-JP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40</a:t>
            </a:r>
            <a:endParaRPr kumimoji="1" lang="ja-JP" altLang="en-US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BAE591E7-CD42-44BE-A00B-FEFF485E7D95}"/>
              </a:ext>
            </a:extLst>
          </p:cNvPr>
          <p:cNvSpPr/>
          <p:nvPr/>
        </p:nvSpPr>
        <p:spPr>
          <a:xfrm>
            <a:off x="1825745" y="2568136"/>
            <a:ext cx="384938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-</a:t>
            </a:r>
            <a:r>
              <a:rPr lang="en-US" altLang="ja-JP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40</a:t>
            </a:r>
            <a:endParaRPr kumimoji="1" lang="ja-JP" altLang="en-US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47BFCB7F-E813-4E72-9C68-0BB60548EC3C}"/>
              </a:ext>
            </a:extLst>
          </p:cNvPr>
          <p:cNvSpPr/>
          <p:nvPr/>
        </p:nvSpPr>
        <p:spPr>
          <a:xfrm>
            <a:off x="1818696" y="3003838"/>
            <a:ext cx="384938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-</a:t>
            </a:r>
            <a:r>
              <a:rPr lang="en-US" altLang="ja-JP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40</a:t>
            </a:r>
            <a:endParaRPr kumimoji="1" lang="ja-JP" altLang="en-US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0D928B29-2E59-45F3-AF72-21B8CF1BD36A}"/>
              </a:ext>
            </a:extLst>
          </p:cNvPr>
          <p:cNvSpPr/>
          <p:nvPr/>
        </p:nvSpPr>
        <p:spPr>
          <a:xfrm>
            <a:off x="5445149" y="5251196"/>
            <a:ext cx="905275" cy="1036341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4384229D-575F-4D77-BED5-7B6BB8944E31}"/>
              </a:ext>
            </a:extLst>
          </p:cNvPr>
          <p:cNvSpPr/>
          <p:nvPr/>
        </p:nvSpPr>
        <p:spPr>
          <a:xfrm>
            <a:off x="4274736" y="4138639"/>
            <a:ext cx="492827" cy="3600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+52</a:t>
            </a:r>
            <a:endParaRPr kumimoji="1" lang="ja-JP" altLang="en-US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0" name="楕円 59">
            <a:extLst>
              <a:ext uri="{FF2B5EF4-FFF2-40B4-BE49-F238E27FC236}">
                <a16:creationId xmlns:a16="http://schemas.microsoft.com/office/drawing/2014/main" id="{F8A5356B-D051-4499-97AD-C6D18E3E5DF0}"/>
              </a:ext>
            </a:extLst>
          </p:cNvPr>
          <p:cNvSpPr/>
          <p:nvPr/>
        </p:nvSpPr>
        <p:spPr>
          <a:xfrm>
            <a:off x="2230381" y="2257930"/>
            <a:ext cx="144016" cy="144016"/>
          </a:xfrm>
          <a:prstGeom prst="ellipse">
            <a:avLst/>
          </a:prstGeom>
          <a:solidFill>
            <a:srgbClr val="3333FF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65" name="楕円 64">
            <a:extLst>
              <a:ext uri="{FF2B5EF4-FFF2-40B4-BE49-F238E27FC236}">
                <a16:creationId xmlns:a16="http://schemas.microsoft.com/office/drawing/2014/main" id="{C4996B7C-91EB-4944-99DF-8A4234FBCED1}"/>
              </a:ext>
            </a:extLst>
          </p:cNvPr>
          <p:cNvSpPr/>
          <p:nvPr/>
        </p:nvSpPr>
        <p:spPr>
          <a:xfrm>
            <a:off x="4426536" y="3965267"/>
            <a:ext cx="144016" cy="144016"/>
          </a:xfrm>
          <a:prstGeom prst="ellipse">
            <a:avLst/>
          </a:prstGeom>
          <a:solidFill>
            <a:srgbClr val="3333FF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66" name="楕円 65">
            <a:extLst>
              <a:ext uri="{FF2B5EF4-FFF2-40B4-BE49-F238E27FC236}">
                <a16:creationId xmlns:a16="http://schemas.microsoft.com/office/drawing/2014/main" id="{8778361C-872C-43A9-83CE-607F1ED694DA}"/>
              </a:ext>
            </a:extLst>
          </p:cNvPr>
          <p:cNvSpPr/>
          <p:nvPr/>
        </p:nvSpPr>
        <p:spPr>
          <a:xfrm>
            <a:off x="5891175" y="5090961"/>
            <a:ext cx="144016" cy="144016"/>
          </a:xfrm>
          <a:prstGeom prst="ellipse">
            <a:avLst/>
          </a:prstGeom>
          <a:solidFill>
            <a:srgbClr val="3333FF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3" name="フリーフォーム: 図形 2">
            <a:extLst>
              <a:ext uri="{FF2B5EF4-FFF2-40B4-BE49-F238E27FC236}">
                <a16:creationId xmlns:a16="http://schemas.microsoft.com/office/drawing/2014/main" id="{2626C82D-61FE-4CB5-A06D-C50192999EDF}"/>
              </a:ext>
            </a:extLst>
          </p:cNvPr>
          <p:cNvSpPr/>
          <p:nvPr/>
        </p:nvSpPr>
        <p:spPr>
          <a:xfrm>
            <a:off x="2600325" y="1666875"/>
            <a:ext cx="361950" cy="155513"/>
          </a:xfrm>
          <a:custGeom>
            <a:avLst/>
            <a:gdLst>
              <a:gd name="connsiteX0" fmla="*/ 0 w 361950"/>
              <a:gd name="connsiteY0" fmla="*/ 142875 h 155513"/>
              <a:gd name="connsiteX1" fmla="*/ 171450 w 361950"/>
              <a:gd name="connsiteY1" fmla="*/ 152400 h 155513"/>
              <a:gd name="connsiteX2" fmla="*/ 314325 w 361950"/>
              <a:gd name="connsiteY2" fmla="*/ 95250 h 155513"/>
              <a:gd name="connsiteX3" fmla="*/ 361950 w 361950"/>
              <a:gd name="connsiteY3" fmla="*/ 0 h 155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1950" h="155513">
                <a:moveTo>
                  <a:pt x="0" y="142875"/>
                </a:moveTo>
                <a:cubicBezTo>
                  <a:pt x="59531" y="151606"/>
                  <a:pt x="119063" y="160337"/>
                  <a:pt x="171450" y="152400"/>
                </a:cubicBezTo>
                <a:cubicBezTo>
                  <a:pt x="223837" y="144463"/>
                  <a:pt x="282575" y="120650"/>
                  <a:pt x="314325" y="95250"/>
                </a:cubicBezTo>
                <a:cubicBezTo>
                  <a:pt x="346075" y="69850"/>
                  <a:pt x="354012" y="34925"/>
                  <a:pt x="361950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フリーフォーム: 図形 4">
            <a:extLst>
              <a:ext uri="{FF2B5EF4-FFF2-40B4-BE49-F238E27FC236}">
                <a16:creationId xmlns:a16="http://schemas.microsoft.com/office/drawing/2014/main" id="{FA29D386-117C-47D0-B838-24A22DD809D1}"/>
              </a:ext>
            </a:extLst>
          </p:cNvPr>
          <p:cNvSpPr/>
          <p:nvPr/>
        </p:nvSpPr>
        <p:spPr>
          <a:xfrm>
            <a:off x="2066925" y="1714500"/>
            <a:ext cx="409575" cy="97082"/>
          </a:xfrm>
          <a:custGeom>
            <a:avLst/>
            <a:gdLst>
              <a:gd name="connsiteX0" fmla="*/ 409575 w 409575"/>
              <a:gd name="connsiteY0" fmla="*/ 85725 h 97082"/>
              <a:gd name="connsiteX1" fmla="*/ 285750 w 409575"/>
              <a:gd name="connsiteY1" fmla="*/ 95250 h 97082"/>
              <a:gd name="connsiteX2" fmla="*/ 123825 w 409575"/>
              <a:gd name="connsiteY2" fmla="*/ 95250 h 97082"/>
              <a:gd name="connsiteX3" fmla="*/ 28575 w 409575"/>
              <a:gd name="connsiteY3" fmla="*/ 76200 h 97082"/>
              <a:gd name="connsiteX4" fmla="*/ 0 w 409575"/>
              <a:gd name="connsiteY4" fmla="*/ 0 h 97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9575" h="97082">
                <a:moveTo>
                  <a:pt x="409575" y="85725"/>
                </a:moveTo>
                <a:cubicBezTo>
                  <a:pt x="371475" y="88900"/>
                  <a:pt x="333375" y="93663"/>
                  <a:pt x="285750" y="95250"/>
                </a:cubicBezTo>
                <a:cubicBezTo>
                  <a:pt x="238125" y="96837"/>
                  <a:pt x="166687" y="98425"/>
                  <a:pt x="123825" y="95250"/>
                </a:cubicBezTo>
                <a:cubicBezTo>
                  <a:pt x="80963" y="92075"/>
                  <a:pt x="49212" y="92075"/>
                  <a:pt x="28575" y="76200"/>
                </a:cubicBezTo>
                <a:cubicBezTo>
                  <a:pt x="7937" y="60325"/>
                  <a:pt x="3968" y="30162"/>
                  <a:pt x="0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フリーフォーム: 図形 8">
            <a:extLst>
              <a:ext uri="{FF2B5EF4-FFF2-40B4-BE49-F238E27FC236}">
                <a16:creationId xmlns:a16="http://schemas.microsoft.com/office/drawing/2014/main" id="{2C1C27EC-0661-4234-A9FA-8D07D2953BDA}"/>
              </a:ext>
            </a:extLst>
          </p:cNvPr>
          <p:cNvSpPr/>
          <p:nvPr/>
        </p:nvSpPr>
        <p:spPr>
          <a:xfrm>
            <a:off x="2133600" y="2152650"/>
            <a:ext cx="200025" cy="114300"/>
          </a:xfrm>
          <a:custGeom>
            <a:avLst/>
            <a:gdLst>
              <a:gd name="connsiteX0" fmla="*/ 200025 w 200025"/>
              <a:gd name="connsiteY0" fmla="*/ 114300 h 114300"/>
              <a:gd name="connsiteX1" fmla="*/ 152400 w 200025"/>
              <a:gd name="connsiteY1" fmla="*/ 38100 h 114300"/>
              <a:gd name="connsiteX2" fmla="*/ 0 w 200025"/>
              <a:gd name="connsiteY2" fmla="*/ 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0025" h="114300">
                <a:moveTo>
                  <a:pt x="200025" y="114300"/>
                </a:moveTo>
                <a:cubicBezTo>
                  <a:pt x="192881" y="85725"/>
                  <a:pt x="185737" y="57150"/>
                  <a:pt x="152400" y="38100"/>
                </a:cubicBezTo>
                <a:cubicBezTo>
                  <a:pt x="119062" y="19050"/>
                  <a:pt x="59531" y="9525"/>
                  <a:pt x="0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フリーフォーム: 図形 9">
            <a:extLst>
              <a:ext uri="{FF2B5EF4-FFF2-40B4-BE49-F238E27FC236}">
                <a16:creationId xmlns:a16="http://schemas.microsoft.com/office/drawing/2014/main" id="{821DE1B8-AC44-44F0-8401-52F9E2CCC6BF}"/>
              </a:ext>
            </a:extLst>
          </p:cNvPr>
          <p:cNvSpPr/>
          <p:nvPr/>
        </p:nvSpPr>
        <p:spPr>
          <a:xfrm>
            <a:off x="2172079" y="2685812"/>
            <a:ext cx="129019" cy="266700"/>
          </a:xfrm>
          <a:custGeom>
            <a:avLst/>
            <a:gdLst>
              <a:gd name="connsiteX0" fmla="*/ 123901 w 129019"/>
              <a:gd name="connsiteY0" fmla="*/ 266700 h 266700"/>
              <a:gd name="connsiteX1" fmla="*/ 114376 w 129019"/>
              <a:gd name="connsiteY1" fmla="*/ 66675 h 266700"/>
              <a:gd name="connsiteX2" fmla="*/ 76 w 129019"/>
              <a:gd name="connsiteY2" fmla="*/ 0 h 26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9019" h="266700">
                <a:moveTo>
                  <a:pt x="123901" y="266700"/>
                </a:moveTo>
                <a:cubicBezTo>
                  <a:pt x="129457" y="188912"/>
                  <a:pt x="135014" y="111125"/>
                  <a:pt x="114376" y="66675"/>
                </a:cubicBezTo>
                <a:cubicBezTo>
                  <a:pt x="93738" y="22225"/>
                  <a:pt x="-3099" y="15875"/>
                  <a:pt x="76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フリーフォーム: 図形 10">
            <a:extLst>
              <a:ext uri="{FF2B5EF4-FFF2-40B4-BE49-F238E27FC236}">
                <a16:creationId xmlns:a16="http://schemas.microsoft.com/office/drawing/2014/main" id="{44D590A5-D0E8-499E-8517-5CAAC1FDD1F2}"/>
              </a:ext>
            </a:extLst>
          </p:cNvPr>
          <p:cNvSpPr/>
          <p:nvPr/>
        </p:nvSpPr>
        <p:spPr>
          <a:xfrm>
            <a:off x="2200275" y="3086100"/>
            <a:ext cx="93974" cy="190500"/>
          </a:xfrm>
          <a:custGeom>
            <a:avLst/>
            <a:gdLst>
              <a:gd name="connsiteX0" fmla="*/ 85725 w 93974"/>
              <a:gd name="connsiteY0" fmla="*/ 0 h 190500"/>
              <a:gd name="connsiteX1" fmla="*/ 85725 w 93974"/>
              <a:gd name="connsiteY1" fmla="*/ 123825 h 190500"/>
              <a:gd name="connsiteX2" fmla="*/ 0 w 93974"/>
              <a:gd name="connsiteY2" fmla="*/ 19050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3974" h="190500">
                <a:moveTo>
                  <a:pt x="85725" y="0"/>
                </a:moveTo>
                <a:cubicBezTo>
                  <a:pt x="92869" y="46037"/>
                  <a:pt x="100013" y="92075"/>
                  <a:pt x="85725" y="123825"/>
                </a:cubicBezTo>
                <a:cubicBezTo>
                  <a:pt x="71437" y="155575"/>
                  <a:pt x="35718" y="173037"/>
                  <a:pt x="0" y="1905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フリーフォーム: 図形 11">
            <a:extLst>
              <a:ext uri="{FF2B5EF4-FFF2-40B4-BE49-F238E27FC236}">
                <a16:creationId xmlns:a16="http://schemas.microsoft.com/office/drawing/2014/main" id="{42E1B324-C11E-40A3-9B9A-3105107A5991}"/>
              </a:ext>
            </a:extLst>
          </p:cNvPr>
          <p:cNvSpPr/>
          <p:nvPr/>
        </p:nvSpPr>
        <p:spPr>
          <a:xfrm>
            <a:off x="4562475" y="4031744"/>
            <a:ext cx="123825" cy="216406"/>
          </a:xfrm>
          <a:custGeom>
            <a:avLst/>
            <a:gdLst>
              <a:gd name="connsiteX0" fmla="*/ 0 w 123825"/>
              <a:gd name="connsiteY0" fmla="*/ 25906 h 216406"/>
              <a:gd name="connsiteX1" fmla="*/ 95250 w 123825"/>
              <a:gd name="connsiteY1" fmla="*/ 16381 h 216406"/>
              <a:gd name="connsiteX2" fmla="*/ 123825 w 123825"/>
              <a:gd name="connsiteY2" fmla="*/ 216406 h 216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3825" h="216406">
                <a:moveTo>
                  <a:pt x="0" y="25906"/>
                </a:moveTo>
                <a:cubicBezTo>
                  <a:pt x="37306" y="5268"/>
                  <a:pt x="74613" y="-15369"/>
                  <a:pt x="95250" y="16381"/>
                </a:cubicBezTo>
                <a:cubicBezTo>
                  <a:pt x="115887" y="48131"/>
                  <a:pt x="119856" y="132268"/>
                  <a:pt x="123825" y="216406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フリーフォーム: 図形 12">
            <a:extLst>
              <a:ext uri="{FF2B5EF4-FFF2-40B4-BE49-F238E27FC236}">
                <a16:creationId xmlns:a16="http://schemas.microsoft.com/office/drawing/2014/main" id="{A051D444-742D-4508-988F-D400E7BAE1CE}"/>
              </a:ext>
            </a:extLst>
          </p:cNvPr>
          <p:cNvSpPr/>
          <p:nvPr/>
        </p:nvSpPr>
        <p:spPr>
          <a:xfrm>
            <a:off x="7105650" y="2095500"/>
            <a:ext cx="171450" cy="123825"/>
          </a:xfrm>
          <a:custGeom>
            <a:avLst/>
            <a:gdLst>
              <a:gd name="connsiteX0" fmla="*/ 0 w 171450"/>
              <a:gd name="connsiteY0" fmla="*/ 123825 h 123825"/>
              <a:gd name="connsiteX1" fmla="*/ 95250 w 171450"/>
              <a:gd name="connsiteY1" fmla="*/ 28575 h 123825"/>
              <a:gd name="connsiteX2" fmla="*/ 171450 w 171450"/>
              <a:gd name="connsiteY2" fmla="*/ 0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1450" h="123825">
                <a:moveTo>
                  <a:pt x="0" y="123825"/>
                </a:moveTo>
                <a:cubicBezTo>
                  <a:pt x="33337" y="86518"/>
                  <a:pt x="66675" y="49212"/>
                  <a:pt x="95250" y="28575"/>
                </a:cubicBezTo>
                <a:cubicBezTo>
                  <a:pt x="123825" y="7938"/>
                  <a:pt x="147637" y="3969"/>
                  <a:pt x="171450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フリーフォーム: 図形 13">
            <a:extLst>
              <a:ext uri="{FF2B5EF4-FFF2-40B4-BE49-F238E27FC236}">
                <a16:creationId xmlns:a16="http://schemas.microsoft.com/office/drawing/2014/main" id="{FBA482D1-9097-42EF-996B-6D8E24D7A5B5}"/>
              </a:ext>
            </a:extLst>
          </p:cNvPr>
          <p:cNvSpPr/>
          <p:nvPr/>
        </p:nvSpPr>
        <p:spPr>
          <a:xfrm>
            <a:off x="7105650" y="2343150"/>
            <a:ext cx="152400" cy="257175"/>
          </a:xfrm>
          <a:custGeom>
            <a:avLst/>
            <a:gdLst>
              <a:gd name="connsiteX0" fmla="*/ 0 w 152400"/>
              <a:gd name="connsiteY0" fmla="*/ 0 h 257175"/>
              <a:gd name="connsiteX1" fmla="*/ 66675 w 152400"/>
              <a:gd name="connsiteY1" fmla="*/ 161925 h 257175"/>
              <a:gd name="connsiteX2" fmla="*/ 152400 w 152400"/>
              <a:gd name="connsiteY2" fmla="*/ 257175 h 257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2400" h="257175">
                <a:moveTo>
                  <a:pt x="0" y="0"/>
                </a:moveTo>
                <a:cubicBezTo>
                  <a:pt x="20637" y="59531"/>
                  <a:pt x="41275" y="119063"/>
                  <a:pt x="66675" y="161925"/>
                </a:cubicBezTo>
                <a:cubicBezTo>
                  <a:pt x="92075" y="204787"/>
                  <a:pt x="122237" y="230981"/>
                  <a:pt x="152400" y="257175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フリーフォーム: 図形 14">
            <a:extLst>
              <a:ext uri="{FF2B5EF4-FFF2-40B4-BE49-F238E27FC236}">
                <a16:creationId xmlns:a16="http://schemas.microsoft.com/office/drawing/2014/main" id="{53B55BF7-BB95-41FB-BF75-A7058ED76105}"/>
              </a:ext>
            </a:extLst>
          </p:cNvPr>
          <p:cNvSpPr/>
          <p:nvPr/>
        </p:nvSpPr>
        <p:spPr>
          <a:xfrm>
            <a:off x="7105650" y="2958330"/>
            <a:ext cx="228600" cy="70620"/>
          </a:xfrm>
          <a:custGeom>
            <a:avLst/>
            <a:gdLst>
              <a:gd name="connsiteX0" fmla="*/ 0 w 228600"/>
              <a:gd name="connsiteY0" fmla="*/ 70620 h 70620"/>
              <a:gd name="connsiteX1" fmla="*/ 76200 w 228600"/>
              <a:gd name="connsiteY1" fmla="*/ 3945 h 70620"/>
              <a:gd name="connsiteX2" fmla="*/ 228600 w 228600"/>
              <a:gd name="connsiteY2" fmla="*/ 13470 h 70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8600" h="70620">
                <a:moveTo>
                  <a:pt x="0" y="70620"/>
                </a:moveTo>
                <a:cubicBezTo>
                  <a:pt x="19050" y="42045"/>
                  <a:pt x="38100" y="13470"/>
                  <a:pt x="76200" y="3945"/>
                </a:cubicBezTo>
                <a:cubicBezTo>
                  <a:pt x="114300" y="-5580"/>
                  <a:pt x="171450" y="3945"/>
                  <a:pt x="228600" y="1347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フリーフォーム: 図形 15">
            <a:extLst>
              <a:ext uri="{FF2B5EF4-FFF2-40B4-BE49-F238E27FC236}">
                <a16:creationId xmlns:a16="http://schemas.microsoft.com/office/drawing/2014/main" id="{040355AF-59BD-4ECE-B8B6-F61DD67642A6}"/>
              </a:ext>
            </a:extLst>
          </p:cNvPr>
          <p:cNvSpPr/>
          <p:nvPr/>
        </p:nvSpPr>
        <p:spPr>
          <a:xfrm>
            <a:off x="6038850" y="5197960"/>
            <a:ext cx="251316" cy="678965"/>
          </a:xfrm>
          <a:custGeom>
            <a:avLst/>
            <a:gdLst>
              <a:gd name="connsiteX0" fmla="*/ 0 w 251316"/>
              <a:gd name="connsiteY0" fmla="*/ 12215 h 678965"/>
              <a:gd name="connsiteX1" fmla="*/ 209550 w 251316"/>
              <a:gd name="connsiteY1" fmla="*/ 21740 h 678965"/>
              <a:gd name="connsiteX2" fmla="*/ 247650 w 251316"/>
              <a:gd name="connsiteY2" fmla="*/ 212240 h 678965"/>
              <a:gd name="connsiteX3" fmla="*/ 247650 w 251316"/>
              <a:gd name="connsiteY3" fmla="*/ 678965 h 678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16" h="678965">
                <a:moveTo>
                  <a:pt x="0" y="12215"/>
                </a:moveTo>
                <a:cubicBezTo>
                  <a:pt x="84137" y="309"/>
                  <a:pt x="168275" y="-11597"/>
                  <a:pt x="209550" y="21740"/>
                </a:cubicBezTo>
                <a:cubicBezTo>
                  <a:pt x="250825" y="55077"/>
                  <a:pt x="241300" y="102703"/>
                  <a:pt x="247650" y="212240"/>
                </a:cubicBezTo>
                <a:cubicBezTo>
                  <a:pt x="254000" y="321777"/>
                  <a:pt x="250825" y="500371"/>
                  <a:pt x="247650" y="678965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フリーフォーム: 図形 16">
            <a:extLst>
              <a:ext uri="{FF2B5EF4-FFF2-40B4-BE49-F238E27FC236}">
                <a16:creationId xmlns:a16="http://schemas.microsoft.com/office/drawing/2014/main" id="{5505BBEE-C080-472F-B7AA-ACA6BBBAA8DF}"/>
              </a:ext>
            </a:extLst>
          </p:cNvPr>
          <p:cNvSpPr/>
          <p:nvPr/>
        </p:nvSpPr>
        <p:spPr>
          <a:xfrm>
            <a:off x="5229053" y="5198135"/>
            <a:ext cx="657397" cy="697840"/>
          </a:xfrm>
          <a:custGeom>
            <a:avLst/>
            <a:gdLst>
              <a:gd name="connsiteX0" fmla="*/ 657397 w 657397"/>
              <a:gd name="connsiteY0" fmla="*/ 12040 h 697840"/>
              <a:gd name="connsiteX1" fmla="*/ 324022 w 657397"/>
              <a:gd name="connsiteY1" fmla="*/ 2515 h 697840"/>
              <a:gd name="connsiteX2" fmla="*/ 85897 w 657397"/>
              <a:gd name="connsiteY2" fmla="*/ 2515 h 697840"/>
              <a:gd name="connsiteX3" fmla="*/ 172 w 657397"/>
              <a:gd name="connsiteY3" fmla="*/ 31090 h 697840"/>
              <a:gd name="connsiteX4" fmla="*/ 66847 w 657397"/>
              <a:gd name="connsiteY4" fmla="*/ 126340 h 697840"/>
              <a:gd name="connsiteX5" fmla="*/ 171622 w 657397"/>
              <a:gd name="connsiteY5" fmla="*/ 164440 h 697840"/>
              <a:gd name="connsiteX6" fmla="*/ 181147 w 657397"/>
              <a:gd name="connsiteY6" fmla="*/ 697840 h 697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57397" h="697840">
                <a:moveTo>
                  <a:pt x="657397" y="12040"/>
                </a:moveTo>
                <a:lnTo>
                  <a:pt x="324022" y="2515"/>
                </a:lnTo>
                <a:cubicBezTo>
                  <a:pt x="228772" y="928"/>
                  <a:pt x="139872" y="-2248"/>
                  <a:pt x="85897" y="2515"/>
                </a:cubicBezTo>
                <a:cubicBezTo>
                  <a:pt x="31922" y="7278"/>
                  <a:pt x="3347" y="10452"/>
                  <a:pt x="172" y="31090"/>
                </a:cubicBezTo>
                <a:cubicBezTo>
                  <a:pt x="-3003" y="51728"/>
                  <a:pt x="38272" y="104115"/>
                  <a:pt x="66847" y="126340"/>
                </a:cubicBezTo>
                <a:cubicBezTo>
                  <a:pt x="95422" y="148565"/>
                  <a:pt x="152572" y="69190"/>
                  <a:pt x="171622" y="164440"/>
                </a:cubicBezTo>
                <a:cubicBezTo>
                  <a:pt x="190672" y="259690"/>
                  <a:pt x="185909" y="478765"/>
                  <a:pt x="181147" y="69784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楕円 51">
            <a:extLst>
              <a:ext uri="{FF2B5EF4-FFF2-40B4-BE49-F238E27FC236}">
                <a16:creationId xmlns:a16="http://schemas.microsoft.com/office/drawing/2014/main" id="{0B6BFE0D-9661-4DB3-A2EF-1EE7D3888B77}"/>
              </a:ext>
            </a:extLst>
          </p:cNvPr>
          <p:cNvSpPr/>
          <p:nvPr/>
        </p:nvSpPr>
        <p:spPr>
          <a:xfrm>
            <a:off x="2471169" y="1720175"/>
            <a:ext cx="144016" cy="144016"/>
          </a:xfrm>
          <a:prstGeom prst="ellipse">
            <a:avLst/>
          </a:prstGeom>
          <a:solidFill>
            <a:srgbClr val="3333FF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54" name="楕円 53">
            <a:extLst>
              <a:ext uri="{FF2B5EF4-FFF2-40B4-BE49-F238E27FC236}">
                <a16:creationId xmlns:a16="http://schemas.microsoft.com/office/drawing/2014/main" id="{E169E4C0-FB4B-4F24-A3B0-875E3ED72AAE}"/>
              </a:ext>
            </a:extLst>
          </p:cNvPr>
          <p:cNvSpPr/>
          <p:nvPr/>
        </p:nvSpPr>
        <p:spPr>
          <a:xfrm>
            <a:off x="2211996" y="2928176"/>
            <a:ext cx="144016" cy="144016"/>
          </a:xfrm>
          <a:prstGeom prst="ellipse">
            <a:avLst/>
          </a:prstGeom>
          <a:solidFill>
            <a:srgbClr val="3333FF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63" name="楕円 62">
            <a:extLst>
              <a:ext uri="{FF2B5EF4-FFF2-40B4-BE49-F238E27FC236}">
                <a16:creationId xmlns:a16="http://schemas.microsoft.com/office/drawing/2014/main" id="{D39682C0-205B-4524-8FD4-EB4EA339F5D9}"/>
              </a:ext>
            </a:extLst>
          </p:cNvPr>
          <p:cNvSpPr/>
          <p:nvPr/>
        </p:nvSpPr>
        <p:spPr>
          <a:xfrm>
            <a:off x="7034434" y="2222030"/>
            <a:ext cx="144016" cy="144016"/>
          </a:xfrm>
          <a:prstGeom prst="ellipse">
            <a:avLst/>
          </a:prstGeom>
          <a:solidFill>
            <a:srgbClr val="3333FF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64" name="楕円 63">
            <a:extLst>
              <a:ext uri="{FF2B5EF4-FFF2-40B4-BE49-F238E27FC236}">
                <a16:creationId xmlns:a16="http://schemas.microsoft.com/office/drawing/2014/main" id="{F439E2DB-E028-46D3-9C93-6AD74705EB2A}"/>
              </a:ext>
            </a:extLst>
          </p:cNvPr>
          <p:cNvSpPr/>
          <p:nvPr/>
        </p:nvSpPr>
        <p:spPr>
          <a:xfrm>
            <a:off x="7034434" y="3013180"/>
            <a:ext cx="144016" cy="144016"/>
          </a:xfrm>
          <a:prstGeom prst="ellipse">
            <a:avLst/>
          </a:prstGeom>
          <a:solidFill>
            <a:srgbClr val="3333FF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6A757F44-301F-4073-A71A-43C8248A99E4}"/>
              </a:ext>
            </a:extLst>
          </p:cNvPr>
          <p:cNvSpPr/>
          <p:nvPr/>
        </p:nvSpPr>
        <p:spPr>
          <a:xfrm>
            <a:off x="7977336" y="806824"/>
            <a:ext cx="1531669" cy="53600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8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LAN</a:t>
            </a:r>
            <a:r>
              <a:rPr lang="ja-JP" altLang="en-US" sz="18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必要</a:t>
            </a:r>
            <a:endParaRPr kumimoji="1" lang="en-US" altLang="ja-JP" sz="1800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18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（</a:t>
            </a:r>
            <a:r>
              <a:rPr kumimoji="1" lang="en-US" altLang="ja-JP" sz="18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8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ポート）</a:t>
            </a:r>
            <a:endParaRPr kumimoji="1" lang="en-US" altLang="ja-JP" sz="1800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68" name="直線コネクタ 67">
            <a:extLst>
              <a:ext uri="{FF2B5EF4-FFF2-40B4-BE49-F238E27FC236}">
                <a16:creationId xmlns:a16="http://schemas.microsoft.com/office/drawing/2014/main" id="{89828EAF-E65E-4292-B1EF-4C8D2D251BC3}"/>
              </a:ext>
            </a:extLst>
          </p:cNvPr>
          <p:cNvCxnSpPr>
            <a:cxnSpLocks/>
            <a:stCxn id="62" idx="0"/>
            <a:endCxn id="52" idx="5"/>
          </p:cNvCxnSpPr>
          <p:nvPr/>
        </p:nvCxnSpPr>
        <p:spPr>
          <a:xfrm flipH="1" flipV="1">
            <a:off x="2594094" y="1843100"/>
            <a:ext cx="3114770" cy="178497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コネクタ 70">
            <a:extLst>
              <a:ext uri="{FF2B5EF4-FFF2-40B4-BE49-F238E27FC236}">
                <a16:creationId xmlns:a16="http://schemas.microsoft.com/office/drawing/2014/main" id="{A6CC5092-0682-4B96-90B3-B05F7A6D8C63}"/>
              </a:ext>
            </a:extLst>
          </p:cNvPr>
          <p:cNvCxnSpPr>
            <a:cxnSpLocks/>
            <a:stCxn id="62" idx="0"/>
            <a:endCxn id="60" idx="5"/>
          </p:cNvCxnSpPr>
          <p:nvPr/>
        </p:nvCxnSpPr>
        <p:spPr>
          <a:xfrm flipH="1" flipV="1">
            <a:off x="2353306" y="2380855"/>
            <a:ext cx="3355558" cy="124722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コネクタ 71">
            <a:extLst>
              <a:ext uri="{FF2B5EF4-FFF2-40B4-BE49-F238E27FC236}">
                <a16:creationId xmlns:a16="http://schemas.microsoft.com/office/drawing/2014/main" id="{1D5882F5-E14F-4627-A184-386C62890C4F}"/>
              </a:ext>
            </a:extLst>
          </p:cNvPr>
          <p:cNvCxnSpPr>
            <a:cxnSpLocks/>
            <a:stCxn id="62" idx="0"/>
            <a:endCxn id="54" idx="6"/>
          </p:cNvCxnSpPr>
          <p:nvPr/>
        </p:nvCxnSpPr>
        <p:spPr>
          <a:xfrm flipH="1" flipV="1">
            <a:off x="2356012" y="3000184"/>
            <a:ext cx="3352852" cy="62789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コネクタ 81">
            <a:extLst>
              <a:ext uri="{FF2B5EF4-FFF2-40B4-BE49-F238E27FC236}">
                <a16:creationId xmlns:a16="http://schemas.microsoft.com/office/drawing/2014/main" id="{225D9B8B-D94A-4507-9C86-834E5830055A}"/>
              </a:ext>
            </a:extLst>
          </p:cNvPr>
          <p:cNvCxnSpPr>
            <a:cxnSpLocks/>
            <a:stCxn id="63" idx="2"/>
            <a:endCxn id="62" idx="0"/>
          </p:cNvCxnSpPr>
          <p:nvPr/>
        </p:nvCxnSpPr>
        <p:spPr>
          <a:xfrm flipH="1">
            <a:off x="5708864" y="2294038"/>
            <a:ext cx="1325570" cy="133403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コネクタ 96">
            <a:extLst>
              <a:ext uri="{FF2B5EF4-FFF2-40B4-BE49-F238E27FC236}">
                <a16:creationId xmlns:a16="http://schemas.microsoft.com/office/drawing/2014/main" id="{3DBDFC46-DA85-452D-9875-ECAF1678F256}"/>
              </a:ext>
            </a:extLst>
          </p:cNvPr>
          <p:cNvCxnSpPr>
            <a:cxnSpLocks/>
            <a:stCxn id="64" idx="2"/>
            <a:endCxn id="62" idx="0"/>
          </p:cNvCxnSpPr>
          <p:nvPr/>
        </p:nvCxnSpPr>
        <p:spPr>
          <a:xfrm flipH="1">
            <a:off x="5708864" y="3085188"/>
            <a:ext cx="1325570" cy="54288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コネクタ 97">
            <a:extLst>
              <a:ext uri="{FF2B5EF4-FFF2-40B4-BE49-F238E27FC236}">
                <a16:creationId xmlns:a16="http://schemas.microsoft.com/office/drawing/2014/main" id="{0A6960AD-2530-4EBE-AB8F-4BF8E4601577}"/>
              </a:ext>
            </a:extLst>
          </p:cNvPr>
          <p:cNvCxnSpPr>
            <a:cxnSpLocks/>
            <a:stCxn id="62" idx="2"/>
            <a:endCxn id="65" idx="7"/>
          </p:cNvCxnSpPr>
          <p:nvPr/>
        </p:nvCxnSpPr>
        <p:spPr>
          <a:xfrm flipH="1">
            <a:off x="4549461" y="3844101"/>
            <a:ext cx="1159403" cy="14225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コネクタ 98">
            <a:extLst>
              <a:ext uri="{FF2B5EF4-FFF2-40B4-BE49-F238E27FC236}">
                <a16:creationId xmlns:a16="http://schemas.microsoft.com/office/drawing/2014/main" id="{4C866F5B-1DD0-471D-869F-CB11831123F1}"/>
              </a:ext>
            </a:extLst>
          </p:cNvPr>
          <p:cNvCxnSpPr>
            <a:cxnSpLocks/>
            <a:stCxn id="62" idx="2"/>
            <a:endCxn id="66" idx="0"/>
          </p:cNvCxnSpPr>
          <p:nvPr/>
        </p:nvCxnSpPr>
        <p:spPr>
          <a:xfrm>
            <a:off x="5708864" y="3844101"/>
            <a:ext cx="254319" cy="124686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楕円 101">
            <a:extLst>
              <a:ext uri="{FF2B5EF4-FFF2-40B4-BE49-F238E27FC236}">
                <a16:creationId xmlns:a16="http://schemas.microsoft.com/office/drawing/2014/main" id="{C54601D0-37B7-4C91-BA32-0ED5C9B88F09}"/>
              </a:ext>
            </a:extLst>
          </p:cNvPr>
          <p:cNvSpPr/>
          <p:nvPr/>
        </p:nvSpPr>
        <p:spPr>
          <a:xfrm>
            <a:off x="5331645" y="2701847"/>
            <a:ext cx="144016" cy="144016"/>
          </a:xfrm>
          <a:prstGeom prst="ellipse">
            <a:avLst/>
          </a:prstGeom>
          <a:solidFill>
            <a:srgbClr val="FF6600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cxnSp>
        <p:nvCxnSpPr>
          <p:cNvPr id="103" name="直線コネクタ 102">
            <a:extLst>
              <a:ext uri="{FF2B5EF4-FFF2-40B4-BE49-F238E27FC236}">
                <a16:creationId xmlns:a16="http://schemas.microsoft.com/office/drawing/2014/main" id="{96AC32AD-94C8-4A0A-A4B2-12C5103B471E}"/>
              </a:ext>
            </a:extLst>
          </p:cNvPr>
          <p:cNvCxnSpPr>
            <a:cxnSpLocks/>
            <a:stCxn id="102" idx="5"/>
            <a:endCxn id="62" idx="0"/>
          </p:cNvCxnSpPr>
          <p:nvPr/>
        </p:nvCxnSpPr>
        <p:spPr>
          <a:xfrm>
            <a:off x="5454570" y="2824772"/>
            <a:ext cx="254294" cy="80330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吹き出し: 四角形 104">
            <a:extLst>
              <a:ext uri="{FF2B5EF4-FFF2-40B4-BE49-F238E27FC236}">
                <a16:creationId xmlns:a16="http://schemas.microsoft.com/office/drawing/2014/main" id="{C57A7849-E849-4936-8155-554153FF86FB}"/>
              </a:ext>
            </a:extLst>
          </p:cNvPr>
          <p:cNvSpPr/>
          <p:nvPr/>
        </p:nvSpPr>
        <p:spPr>
          <a:xfrm>
            <a:off x="6423928" y="5334223"/>
            <a:ext cx="681722" cy="203219"/>
          </a:xfrm>
          <a:prstGeom prst="wedgeRectCallout">
            <a:avLst>
              <a:gd name="adj1" fmla="val -65859"/>
              <a:gd name="adj2" fmla="val 122990"/>
            </a:avLst>
          </a:prstGeom>
          <a:solidFill>
            <a:srgbClr val="FFFF00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700" dirty="0">
                <a:latin typeface="Meiryo UI" panose="020B0604030504040204" pitchFamily="50" charset="-128"/>
                <a:ea typeface="Meiryo UI" panose="020B0604030504040204" pitchFamily="50" charset="-128"/>
              </a:rPr>
              <a:t>10[m]</a:t>
            </a:r>
            <a:r>
              <a:rPr kumimoji="1" lang="ja-JP" altLang="en-US" sz="700" dirty="0">
                <a:latin typeface="Meiryo UI" panose="020B0604030504040204" pitchFamily="50" charset="-128"/>
                <a:ea typeface="Meiryo UI" panose="020B0604030504040204" pitchFamily="50" charset="-128"/>
              </a:rPr>
              <a:t>延長</a:t>
            </a:r>
          </a:p>
        </p:txBody>
      </p:sp>
      <p:sp>
        <p:nvSpPr>
          <p:cNvPr id="106" name="吹き出し: 四角形 105">
            <a:extLst>
              <a:ext uri="{FF2B5EF4-FFF2-40B4-BE49-F238E27FC236}">
                <a16:creationId xmlns:a16="http://schemas.microsoft.com/office/drawing/2014/main" id="{854782FB-6405-48A1-A264-69BC57EF5BFF}"/>
              </a:ext>
            </a:extLst>
          </p:cNvPr>
          <p:cNvSpPr/>
          <p:nvPr/>
        </p:nvSpPr>
        <p:spPr>
          <a:xfrm>
            <a:off x="4574844" y="5343836"/>
            <a:ext cx="681722" cy="203219"/>
          </a:xfrm>
          <a:prstGeom prst="wedgeRectCallout">
            <a:avLst>
              <a:gd name="adj1" fmla="val 63349"/>
              <a:gd name="adj2" fmla="val 94094"/>
            </a:avLst>
          </a:prstGeom>
          <a:solidFill>
            <a:srgbClr val="FFFF00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700" dirty="0">
                <a:latin typeface="Meiryo UI" panose="020B0604030504040204" pitchFamily="50" charset="-128"/>
                <a:ea typeface="Meiryo UI" panose="020B0604030504040204" pitchFamily="50" charset="-128"/>
              </a:rPr>
              <a:t>10[m]</a:t>
            </a:r>
            <a:r>
              <a:rPr kumimoji="1" lang="ja-JP" altLang="en-US" sz="700" dirty="0">
                <a:latin typeface="Meiryo UI" panose="020B0604030504040204" pitchFamily="50" charset="-128"/>
                <a:ea typeface="Meiryo UI" panose="020B0604030504040204" pitchFamily="50" charset="-128"/>
              </a:rPr>
              <a:t>延長</a:t>
            </a: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76514DC1-1367-45F2-A84D-29D59AB452F0}"/>
              </a:ext>
            </a:extLst>
          </p:cNvPr>
          <p:cNvSpPr/>
          <p:nvPr/>
        </p:nvSpPr>
        <p:spPr>
          <a:xfrm>
            <a:off x="5559637" y="2682985"/>
            <a:ext cx="439809" cy="156964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900" dirty="0">
                <a:solidFill>
                  <a:schemeClr val="tx1"/>
                </a:solidFill>
              </a:rPr>
              <a:t>室温</a:t>
            </a:r>
          </a:p>
        </p:txBody>
      </p:sp>
      <p:grpSp>
        <p:nvGrpSpPr>
          <p:cNvPr id="57" name="グループ化 56">
            <a:extLst>
              <a:ext uri="{FF2B5EF4-FFF2-40B4-BE49-F238E27FC236}">
                <a16:creationId xmlns:a16="http://schemas.microsoft.com/office/drawing/2014/main" id="{A4C44306-8559-48CA-99E3-7904F5D670C3}"/>
              </a:ext>
            </a:extLst>
          </p:cNvPr>
          <p:cNvGrpSpPr/>
          <p:nvPr/>
        </p:nvGrpSpPr>
        <p:grpSpPr>
          <a:xfrm>
            <a:off x="272480" y="611971"/>
            <a:ext cx="4998736" cy="350310"/>
            <a:chOff x="272480" y="611971"/>
            <a:chExt cx="4998736" cy="350310"/>
          </a:xfrm>
        </p:grpSpPr>
        <p:sp>
          <p:nvSpPr>
            <p:cNvPr id="58" name="楕円 57">
              <a:extLst>
                <a:ext uri="{FF2B5EF4-FFF2-40B4-BE49-F238E27FC236}">
                  <a16:creationId xmlns:a16="http://schemas.microsoft.com/office/drawing/2014/main" id="{BF32FFCC-3BCA-4D54-A0DF-47A5CFE9EBD7}"/>
                </a:ext>
              </a:extLst>
            </p:cNvPr>
            <p:cNvSpPr/>
            <p:nvPr/>
          </p:nvSpPr>
          <p:spPr>
            <a:xfrm>
              <a:off x="1816949" y="713267"/>
              <a:ext cx="144016" cy="144016"/>
            </a:xfrm>
            <a:prstGeom prst="ellipse">
              <a:avLst/>
            </a:prstGeom>
            <a:solidFill>
              <a:srgbClr val="3333FF"/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59" name="正方形/長方形 58">
              <a:extLst>
                <a:ext uri="{FF2B5EF4-FFF2-40B4-BE49-F238E27FC236}">
                  <a16:creationId xmlns:a16="http://schemas.microsoft.com/office/drawing/2014/main" id="{A6AE2F6C-A37D-47BE-AD14-3204FF907C8F}"/>
                </a:ext>
              </a:extLst>
            </p:cNvPr>
            <p:cNvSpPr/>
            <p:nvPr/>
          </p:nvSpPr>
          <p:spPr>
            <a:xfrm>
              <a:off x="1888957" y="654897"/>
              <a:ext cx="1108640" cy="236126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子機</a:t>
              </a:r>
              <a:r>
                <a:rPr kumimoji="1"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（</a:t>
              </a:r>
              <a:r>
                <a:rPr kumimoji="1" lang="en-US" altLang="ja-JP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UNIV)</a:t>
              </a:r>
              <a:endParaRPr kumimoji="1" lang="ja-JP" altLang="en-US" sz="105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69" name="正方形/長方形 68">
              <a:extLst>
                <a:ext uri="{FF2B5EF4-FFF2-40B4-BE49-F238E27FC236}">
                  <a16:creationId xmlns:a16="http://schemas.microsoft.com/office/drawing/2014/main" id="{7DC211FD-149F-45A5-83AB-46F51FCD5F15}"/>
                </a:ext>
              </a:extLst>
            </p:cNvPr>
            <p:cNvSpPr/>
            <p:nvPr/>
          </p:nvSpPr>
          <p:spPr>
            <a:xfrm>
              <a:off x="408055" y="672671"/>
              <a:ext cx="295176" cy="216024"/>
            </a:xfrm>
            <a:prstGeom prst="rect">
              <a:avLst/>
            </a:prstGeom>
            <a:solidFill>
              <a:srgbClr val="FF7C80"/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ja-JP" altLang="en-US" sz="1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親</a:t>
              </a:r>
              <a:endPara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70" name="正方形/長方形 69">
              <a:extLst>
                <a:ext uri="{FF2B5EF4-FFF2-40B4-BE49-F238E27FC236}">
                  <a16:creationId xmlns:a16="http://schemas.microsoft.com/office/drawing/2014/main" id="{44555E1F-90F9-4F9F-B9D2-6FE69CAB3784}"/>
                </a:ext>
              </a:extLst>
            </p:cNvPr>
            <p:cNvSpPr/>
            <p:nvPr/>
          </p:nvSpPr>
          <p:spPr>
            <a:xfrm>
              <a:off x="585020" y="647459"/>
              <a:ext cx="979615" cy="24772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親機（</a:t>
              </a:r>
              <a:r>
                <a:rPr kumimoji="1" lang="en-US" altLang="ja-JP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IG)</a:t>
              </a:r>
              <a:endParaRPr kumimoji="1" lang="ja-JP" altLang="en-US" sz="105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74" name="楕円 73">
              <a:extLst>
                <a:ext uri="{FF2B5EF4-FFF2-40B4-BE49-F238E27FC236}">
                  <a16:creationId xmlns:a16="http://schemas.microsoft.com/office/drawing/2014/main" id="{1D3F6D25-D8E4-4FD8-89BE-35B6700C6C01}"/>
                </a:ext>
              </a:extLst>
            </p:cNvPr>
            <p:cNvSpPr/>
            <p:nvPr/>
          </p:nvSpPr>
          <p:spPr>
            <a:xfrm>
              <a:off x="3259919" y="709497"/>
              <a:ext cx="144016" cy="144016"/>
            </a:xfrm>
            <a:prstGeom prst="ellipse">
              <a:avLst/>
            </a:prstGeom>
            <a:solidFill>
              <a:srgbClr val="FF6600"/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77" name="正方形/長方形 76">
              <a:extLst>
                <a:ext uri="{FF2B5EF4-FFF2-40B4-BE49-F238E27FC236}">
                  <a16:creationId xmlns:a16="http://schemas.microsoft.com/office/drawing/2014/main" id="{0EA32986-326B-4DAA-9BAB-8A5690D1EF24}"/>
                </a:ext>
              </a:extLst>
            </p:cNvPr>
            <p:cNvSpPr/>
            <p:nvPr/>
          </p:nvSpPr>
          <p:spPr>
            <a:xfrm>
              <a:off x="3332575" y="645375"/>
              <a:ext cx="1800687" cy="249804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室温（</a:t>
              </a:r>
              <a:r>
                <a:rPr lang="en-US" altLang="ja-JP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TRH20</a:t>
              </a:r>
              <a:r>
                <a:rPr kumimoji="1" lang="en-US" altLang="ja-JP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) </a:t>
              </a:r>
              <a:r>
                <a:rPr kumimoji="1"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センサ無し</a:t>
              </a:r>
            </a:p>
          </p:txBody>
        </p:sp>
        <p:sp>
          <p:nvSpPr>
            <p:cNvPr id="78" name="正方形/長方形 77">
              <a:extLst>
                <a:ext uri="{FF2B5EF4-FFF2-40B4-BE49-F238E27FC236}">
                  <a16:creationId xmlns:a16="http://schemas.microsoft.com/office/drawing/2014/main" id="{F2C7DF24-B420-456D-ABF3-BF952874C287}"/>
                </a:ext>
              </a:extLst>
            </p:cNvPr>
            <p:cNvSpPr/>
            <p:nvPr/>
          </p:nvSpPr>
          <p:spPr>
            <a:xfrm>
              <a:off x="272480" y="611971"/>
              <a:ext cx="4998736" cy="35031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aphicFrame>
        <p:nvGraphicFramePr>
          <p:cNvPr id="81" name="表 80">
            <a:extLst>
              <a:ext uri="{FF2B5EF4-FFF2-40B4-BE49-F238E27FC236}">
                <a16:creationId xmlns:a16="http://schemas.microsoft.com/office/drawing/2014/main" id="{16537ED8-599F-4012-9CF3-0FA4538CB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464799"/>
              </p:ext>
            </p:extLst>
          </p:nvPr>
        </p:nvGraphicFramePr>
        <p:xfrm>
          <a:off x="7761455" y="1814088"/>
          <a:ext cx="2016081" cy="85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1422">
                  <a:extLst>
                    <a:ext uri="{9D8B030D-6E8A-4147-A177-3AD203B41FA5}">
                      <a16:colId xmlns:a16="http://schemas.microsoft.com/office/drawing/2014/main" val="3328826263"/>
                    </a:ext>
                  </a:extLst>
                </a:gridCol>
                <a:gridCol w="429207">
                  <a:extLst>
                    <a:ext uri="{9D8B030D-6E8A-4147-A177-3AD203B41FA5}">
                      <a16:colId xmlns:a16="http://schemas.microsoft.com/office/drawing/2014/main" val="1527986668"/>
                    </a:ext>
                  </a:extLst>
                </a:gridCol>
                <a:gridCol w="1045452">
                  <a:extLst>
                    <a:ext uri="{9D8B030D-6E8A-4147-A177-3AD203B41FA5}">
                      <a16:colId xmlns:a16="http://schemas.microsoft.com/office/drawing/2014/main" val="509892604"/>
                    </a:ext>
                  </a:extLst>
                </a:gridCol>
              </a:tblGrid>
              <a:tr h="15876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機器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台数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7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センサ本数（延長数）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008665"/>
                  </a:ext>
                </a:extLst>
              </a:tr>
              <a:tr h="15876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IG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601371"/>
                  </a:ext>
                </a:extLst>
              </a:tr>
              <a:tr h="15876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UNIV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7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11(2)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435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TRH20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289582"/>
                  </a:ext>
                </a:extLst>
              </a:tr>
            </a:tbl>
          </a:graphicData>
        </a:graphic>
      </p:graphicFrame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F21C2D8E-48B5-49FD-8C32-3FE8C34289B4}"/>
              </a:ext>
            </a:extLst>
          </p:cNvPr>
          <p:cNvSpPr/>
          <p:nvPr/>
        </p:nvSpPr>
        <p:spPr>
          <a:xfrm>
            <a:off x="3388265" y="5325053"/>
            <a:ext cx="947912" cy="424777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低温室</a:t>
            </a:r>
            <a:endParaRPr kumimoji="1" lang="en-US" altLang="ja-JP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（</a:t>
            </a:r>
            <a:r>
              <a:rPr lang="en-US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204</a:t>
            </a:r>
            <a:r>
              <a:rPr kumimoji="1"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  <a:endParaRPr kumimoji="1" lang="en-US" altLang="ja-JP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4C44F73C-873C-4D66-9910-53AD6F41F188}"/>
              </a:ext>
            </a:extLst>
          </p:cNvPr>
          <p:cNvSpPr/>
          <p:nvPr/>
        </p:nvSpPr>
        <p:spPr>
          <a:xfrm flipH="1">
            <a:off x="5566516" y="5620793"/>
            <a:ext cx="713372" cy="5447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＋４</a:t>
            </a:r>
            <a:endParaRPr kumimoji="1" lang="en-US" altLang="ja-JP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（室内）</a:t>
            </a:r>
            <a:endParaRPr kumimoji="1" lang="ja-JP" altLang="en-US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5" name="吹き出し: 四角形 84">
            <a:extLst>
              <a:ext uri="{FF2B5EF4-FFF2-40B4-BE49-F238E27FC236}">
                <a16:creationId xmlns:a16="http://schemas.microsoft.com/office/drawing/2014/main" id="{9BB8146E-152D-498C-BC39-6589365C057C}"/>
              </a:ext>
            </a:extLst>
          </p:cNvPr>
          <p:cNvSpPr/>
          <p:nvPr/>
        </p:nvSpPr>
        <p:spPr>
          <a:xfrm>
            <a:off x="5875745" y="3937747"/>
            <a:ext cx="1217330" cy="262594"/>
          </a:xfrm>
          <a:prstGeom prst="wedgeRectCallout">
            <a:avLst>
              <a:gd name="adj1" fmla="val -51388"/>
              <a:gd name="adj2" fmla="val -87858"/>
            </a:avLst>
          </a:prstGeom>
          <a:noFill/>
          <a:ln w="6350"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低温室に対応する為、</a:t>
            </a:r>
            <a:endParaRPr lang="en-US" altLang="ja-JP" sz="700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7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必ずここに設置の事！</a:t>
            </a:r>
            <a:endParaRPr kumimoji="1" lang="ja-JP" altLang="en-US" sz="700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712663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10E9E035-8C6B-44E7-9E17-37F7EDE00F6F}"/>
              </a:ext>
            </a:extLst>
          </p:cNvPr>
          <p:cNvSpPr/>
          <p:nvPr/>
        </p:nvSpPr>
        <p:spPr>
          <a:xfrm>
            <a:off x="4451036" y="5698007"/>
            <a:ext cx="720080" cy="43204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入口</a:t>
            </a:r>
            <a:endParaRPr kumimoji="1" lang="ja-JP" alt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正方形/長方形 6"/>
          <p:cNvSpPr/>
          <p:nvPr/>
        </p:nvSpPr>
        <p:spPr>
          <a:xfrm>
            <a:off x="0" y="13127"/>
            <a:ext cx="9906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/>
            <a:r>
              <a:rPr lang="ja-JP" altLang="en-US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⑤　</a:t>
            </a:r>
            <a:r>
              <a:rPr lang="zh-TW" altLang="en-US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細胞培養室　</a:t>
            </a:r>
            <a:r>
              <a:rPr lang="en-US" altLang="zh-TW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214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0E40388A-536A-4A98-B0FE-728F8E5C2917}"/>
              </a:ext>
            </a:extLst>
          </p:cNvPr>
          <p:cNvSpPr/>
          <p:nvPr/>
        </p:nvSpPr>
        <p:spPr>
          <a:xfrm>
            <a:off x="1876530" y="1443961"/>
            <a:ext cx="5738947" cy="411768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矢印: 上 3">
            <a:extLst>
              <a:ext uri="{FF2B5EF4-FFF2-40B4-BE49-F238E27FC236}">
                <a16:creationId xmlns:a16="http://schemas.microsoft.com/office/drawing/2014/main" id="{7BA7DD11-DA4F-4D54-BD53-CCA29F35005D}"/>
              </a:ext>
            </a:extLst>
          </p:cNvPr>
          <p:cNvSpPr/>
          <p:nvPr/>
        </p:nvSpPr>
        <p:spPr>
          <a:xfrm>
            <a:off x="4523044" y="5409975"/>
            <a:ext cx="583381" cy="288032"/>
          </a:xfrm>
          <a:prstGeom prst="up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F622AE4C-A175-4538-9228-EEFE596C0865}"/>
              </a:ext>
            </a:extLst>
          </p:cNvPr>
          <p:cNvSpPr/>
          <p:nvPr/>
        </p:nvSpPr>
        <p:spPr>
          <a:xfrm>
            <a:off x="6972753" y="4848750"/>
            <a:ext cx="543836" cy="52071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-80</a:t>
            </a:r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0F9FC398-FE14-48F8-BC95-CC21D760E175}"/>
              </a:ext>
            </a:extLst>
          </p:cNvPr>
          <p:cNvSpPr/>
          <p:nvPr/>
        </p:nvSpPr>
        <p:spPr>
          <a:xfrm>
            <a:off x="5739848" y="1571232"/>
            <a:ext cx="144016" cy="144016"/>
          </a:xfrm>
          <a:prstGeom prst="ellipse">
            <a:avLst/>
          </a:prstGeom>
          <a:solidFill>
            <a:srgbClr val="FF6600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BC58E6CF-1810-40E5-AD5B-52B337292FFD}"/>
              </a:ext>
            </a:extLst>
          </p:cNvPr>
          <p:cNvSpPr/>
          <p:nvPr/>
        </p:nvSpPr>
        <p:spPr>
          <a:xfrm>
            <a:off x="1993423" y="1679244"/>
            <a:ext cx="543836" cy="52071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-40</a:t>
            </a:r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A95DBCF8-0219-4F2F-B82E-D84DD3A0B74A}"/>
              </a:ext>
            </a:extLst>
          </p:cNvPr>
          <p:cNvSpPr/>
          <p:nvPr/>
        </p:nvSpPr>
        <p:spPr>
          <a:xfrm>
            <a:off x="1993423" y="2291900"/>
            <a:ext cx="543836" cy="52071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-40</a:t>
            </a:r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F6EFC0DC-7C30-42C3-9BCC-7B1D0DA02014}"/>
              </a:ext>
            </a:extLst>
          </p:cNvPr>
          <p:cNvSpPr/>
          <p:nvPr/>
        </p:nvSpPr>
        <p:spPr>
          <a:xfrm>
            <a:off x="1993423" y="2928495"/>
            <a:ext cx="543836" cy="52071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-30</a:t>
            </a:r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24C884FF-F325-4EC0-A840-7A3D48780C39}"/>
              </a:ext>
            </a:extLst>
          </p:cNvPr>
          <p:cNvSpPr/>
          <p:nvPr/>
        </p:nvSpPr>
        <p:spPr>
          <a:xfrm>
            <a:off x="4512743" y="1463220"/>
            <a:ext cx="295176" cy="216024"/>
          </a:xfrm>
          <a:prstGeom prst="rect">
            <a:avLst/>
          </a:prstGeom>
          <a:solidFill>
            <a:srgbClr val="FF7C80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親</a:t>
            </a:r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A5EEE9CE-BEF3-4B5E-B0DA-A2D131972B0B}"/>
              </a:ext>
            </a:extLst>
          </p:cNvPr>
          <p:cNvSpPr/>
          <p:nvPr/>
        </p:nvSpPr>
        <p:spPr>
          <a:xfrm>
            <a:off x="1993423" y="3588509"/>
            <a:ext cx="543836" cy="52071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-40</a:t>
            </a:r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356DF4FD-BCEA-4890-B560-CDF52A0F2670}"/>
              </a:ext>
            </a:extLst>
          </p:cNvPr>
          <p:cNvSpPr/>
          <p:nvPr/>
        </p:nvSpPr>
        <p:spPr>
          <a:xfrm>
            <a:off x="1993423" y="4247559"/>
            <a:ext cx="543836" cy="52071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+4</a:t>
            </a:r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7" name="楕円 56">
            <a:extLst>
              <a:ext uri="{FF2B5EF4-FFF2-40B4-BE49-F238E27FC236}">
                <a16:creationId xmlns:a16="http://schemas.microsoft.com/office/drawing/2014/main" id="{A74E5BA4-D819-4A27-B6E7-7D6EF0F0DCF5}"/>
              </a:ext>
            </a:extLst>
          </p:cNvPr>
          <p:cNvSpPr/>
          <p:nvPr/>
        </p:nvSpPr>
        <p:spPr>
          <a:xfrm>
            <a:off x="2540490" y="3452143"/>
            <a:ext cx="144016" cy="144016"/>
          </a:xfrm>
          <a:prstGeom prst="ellipse">
            <a:avLst/>
          </a:prstGeom>
          <a:solidFill>
            <a:srgbClr val="3333FF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58" name="楕円 57">
            <a:extLst>
              <a:ext uri="{FF2B5EF4-FFF2-40B4-BE49-F238E27FC236}">
                <a16:creationId xmlns:a16="http://schemas.microsoft.com/office/drawing/2014/main" id="{14D507FE-F327-4A5E-A6EE-F915703A6052}"/>
              </a:ext>
            </a:extLst>
          </p:cNvPr>
          <p:cNvSpPr/>
          <p:nvPr/>
        </p:nvSpPr>
        <p:spPr>
          <a:xfrm>
            <a:off x="2575057" y="4434884"/>
            <a:ext cx="144016" cy="144016"/>
          </a:xfrm>
          <a:prstGeom prst="ellipse">
            <a:avLst/>
          </a:prstGeom>
          <a:solidFill>
            <a:srgbClr val="3333FF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59" name="楕円 58">
            <a:extLst>
              <a:ext uri="{FF2B5EF4-FFF2-40B4-BE49-F238E27FC236}">
                <a16:creationId xmlns:a16="http://schemas.microsoft.com/office/drawing/2014/main" id="{A94AEE7C-62D3-4863-9627-A359966177BB}"/>
              </a:ext>
            </a:extLst>
          </p:cNvPr>
          <p:cNvSpPr/>
          <p:nvPr/>
        </p:nvSpPr>
        <p:spPr>
          <a:xfrm>
            <a:off x="7100655" y="4683459"/>
            <a:ext cx="144016" cy="144016"/>
          </a:xfrm>
          <a:prstGeom prst="ellipse">
            <a:avLst/>
          </a:prstGeom>
          <a:solidFill>
            <a:srgbClr val="3333FF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3" name="フリーフォーム: 図形 2">
            <a:extLst>
              <a:ext uri="{FF2B5EF4-FFF2-40B4-BE49-F238E27FC236}">
                <a16:creationId xmlns:a16="http://schemas.microsoft.com/office/drawing/2014/main" id="{968D4C53-364A-461E-BB9E-33CB211192B4}"/>
              </a:ext>
            </a:extLst>
          </p:cNvPr>
          <p:cNvSpPr/>
          <p:nvPr/>
        </p:nvSpPr>
        <p:spPr>
          <a:xfrm>
            <a:off x="2524125" y="1981200"/>
            <a:ext cx="142875" cy="238125"/>
          </a:xfrm>
          <a:custGeom>
            <a:avLst/>
            <a:gdLst>
              <a:gd name="connsiteX0" fmla="*/ 142875 w 142875"/>
              <a:gd name="connsiteY0" fmla="*/ 238125 h 238125"/>
              <a:gd name="connsiteX1" fmla="*/ 85725 w 142875"/>
              <a:gd name="connsiteY1" fmla="*/ 66675 h 238125"/>
              <a:gd name="connsiteX2" fmla="*/ 0 w 142875"/>
              <a:gd name="connsiteY2" fmla="*/ 0 h 238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2875" h="238125">
                <a:moveTo>
                  <a:pt x="142875" y="238125"/>
                </a:moveTo>
                <a:cubicBezTo>
                  <a:pt x="126206" y="172243"/>
                  <a:pt x="109537" y="106362"/>
                  <a:pt x="85725" y="66675"/>
                </a:cubicBezTo>
                <a:cubicBezTo>
                  <a:pt x="61912" y="26987"/>
                  <a:pt x="30956" y="13493"/>
                  <a:pt x="0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フリーフォーム: 図形 4">
            <a:extLst>
              <a:ext uri="{FF2B5EF4-FFF2-40B4-BE49-F238E27FC236}">
                <a16:creationId xmlns:a16="http://schemas.microsoft.com/office/drawing/2014/main" id="{CF1DFEFA-255D-4432-8382-D99F5A6833E3}"/>
              </a:ext>
            </a:extLst>
          </p:cNvPr>
          <p:cNvSpPr/>
          <p:nvPr/>
        </p:nvSpPr>
        <p:spPr>
          <a:xfrm>
            <a:off x="2505075" y="2343150"/>
            <a:ext cx="164266" cy="361950"/>
          </a:xfrm>
          <a:custGeom>
            <a:avLst/>
            <a:gdLst>
              <a:gd name="connsiteX0" fmla="*/ 142875 w 164266"/>
              <a:gd name="connsiteY0" fmla="*/ 0 h 361950"/>
              <a:gd name="connsiteX1" fmla="*/ 152400 w 164266"/>
              <a:gd name="connsiteY1" fmla="*/ 228600 h 361950"/>
              <a:gd name="connsiteX2" fmla="*/ 0 w 164266"/>
              <a:gd name="connsiteY2" fmla="*/ 361950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4266" h="361950">
                <a:moveTo>
                  <a:pt x="142875" y="0"/>
                </a:moveTo>
                <a:cubicBezTo>
                  <a:pt x="159543" y="84137"/>
                  <a:pt x="176212" y="168275"/>
                  <a:pt x="152400" y="228600"/>
                </a:cubicBezTo>
                <a:cubicBezTo>
                  <a:pt x="128588" y="288925"/>
                  <a:pt x="64294" y="325437"/>
                  <a:pt x="0" y="36195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フリーフォーム: 図形 5">
            <a:extLst>
              <a:ext uri="{FF2B5EF4-FFF2-40B4-BE49-F238E27FC236}">
                <a16:creationId xmlns:a16="http://schemas.microsoft.com/office/drawing/2014/main" id="{57769BE7-E3A2-42D6-9933-83F60773FE66}"/>
              </a:ext>
            </a:extLst>
          </p:cNvPr>
          <p:cNvSpPr/>
          <p:nvPr/>
        </p:nvSpPr>
        <p:spPr>
          <a:xfrm>
            <a:off x="2533650" y="3200400"/>
            <a:ext cx="76200" cy="247650"/>
          </a:xfrm>
          <a:custGeom>
            <a:avLst/>
            <a:gdLst>
              <a:gd name="connsiteX0" fmla="*/ 76200 w 76200"/>
              <a:gd name="connsiteY0" fmla="*/ 247650 h 247650"/>
              <a:gd name="connsiteX1" fmla="*/ 57150 w 76200"/>
              <a:gd name="connsiteY1" fmla="*/ 57150 h 247650"/>
              <a:gd name="connsiteX2" fmla="*/ 0 w 76200"/>
              <a:gd name="connsiteY2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6200" h="247650">
                <a:moveTo>
                  <a:pt x="76200" y="247650"/>
                </a:moveTo>
                <a:cubicBezTo>
                  <a:pt x="73025" y="173037"/>
                  <a:pt x="69850" y="98425"/>
                  <a:pt x="57150" y="57150"/>
                </a:cubicBezTo>
                <a:cubicBezTo>
                  <a:pt x="44450" y="15875"/>
                  <a:pt x="22225" y="7937"/>
                  <a:pt x="0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フリーフォーム: 図形 7">
            <a:extLst>
              <a:ext uri="{FF2B5EF4-FFF2-40B4-BE49-F238E27FC236}">
                <a16:creationId xmlns:a16="http://schemas.microsoft.com/office/drawing/2014/main" id="{C8EACF54-92E7-4577-AFD3-5CE989E0C744}"/>
              </a:ext>
            </a:extLst>
          </p:cNvPr>
          <p:cNvSpPr/>
          <p:nvPr/>
        </p:nvSpPr>
        <p:spPr>
          <a:xfrm>
            <a:off x="2514600" y="3609975"/>
            <a:ext cx="114856" cy="400050"/>
          </a:xfrm>
          <a:custGeom>
            <a:avLst/>
            <a:gdLst>
              <a:gd name="connsiteX0" fmla="*/ 104775 w 114856"/>
              <a:gd name="connsiteY0" fmla="*/ 0 h 400050"/>
              <a:gd name="connsiteX1" fmla="*/ 104775 w 114856"/>
              <a:gd name="connsiteY1" fmla="*/ 285750 h 400050"/>
              <a:gd name="connsiteX2" fmla="*/ 0 w 114856"/>
              <a:gd name="connsiteY2" fmla="*/ 400050 h 4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4856" h="400050">
                <a:moveTo>
                  <a:pt x="104775" y="0"/>
                </a:moveTo>
                <a:cubicBezTo>
                  <a:pt x="113506" y="109537"/>
                  <a:pt x="122237" y="219075"/>
                  <a:pt x="104775" y="285750"/>
                </a:cubicBezTo>
                <a:cubicBezTo>
                  <a:pt x="87313" y="352425"/>
                  <a:pt x="43656" y="376237"/>
                  <a:pt x="0" y="40005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フリーフォーム: 図形 8">
            <a:extLst>
              <a:ext uri="{FF2B5EF4-FFF2-40B4-BE49-F238E27FC236}">
                <a16:creationId xmlns:a16="http://schemas.microsoft.com/office/drawing/2014/main" id="{1AE2A6FB-A182-4135-ACAC-B3D4C294A6CF}"/>
              </a:ext>
            </a:extLst>
          </p:cNvPr>
          <p:cNvSpPr/>
          <p:nvPr/>
        </p:nvSpPr>
        <p:spPr>
          <a:xfrm>
            <a:off x="2428875" y="4591050"/>
            <a:ext cx="219075" cy="151319"/>
          </a:xfrm>
          <a:custGeom>
            <a:avLst/>
            <a:gdLst>
              <a:gd name="connsiteX0" fmla="*/ 219075 w 219075"/>
              <a:gd name="connsiteY0" fmla="*/ 0 h 151319"/>
              <a:gd name="connsiteX1" fmla="*/ 180975 w 219075"/>
              <a:gd name="connsiteY1" fmla="*/ 133350 h 151319"/>
              <a:gd name="connsiteX2" fmla="*/ 0 w 219075"/>
              <a:gd name="connsiteY2" fmla="*/ 142875 h 151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9075" h="151319">
                <a:moveTo>
                  <a:pt x="219075" y="0"/>
                </a:moveTo>
                <a:cubicBezTo>
                  <a:pt x="218281" y="54769"/>
                  <a:pt x="217487" y="109538"/>
                  <a:pt x="180975" y="133350"/>
                </a:cubicBezTo>
                <a:cubicBezTo>
                  <a:pt x="144463" y="157162"/>
                  <a:pt x="26987" y="153987"/>
                  <a:pt x="0" y="142875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フリーフォーム: 図形 9">
            <a:extLst>
              <a:ext uri="{FF2B5EF4-FFF2-40B4-BE49-F238E27FC236}">
                <a16:creationId xmlns:a16="http://schemas.microsoft.com/office/drawing/2014/main" id="{A23E1194-AF84-4E67-A858-0A41D6A16B6F}"/>
              </a:ext>
            </a:extLst>
          </p:cNvPr>
          <p:cNvSpPr/>
          <p:nvPr/>
        </p:nvSpPr>
        <p:spPr>
          <a:xfrm>
            <a:off x="7248525" y="4731234"/>
            <a:ext cx="171450" cy="212241"/>
          </a:xfrm>
          <a:custGeom>
            <a:avLst/>
            <a:gdLst>
              <a:gd name="connsiteX0" fmla="*/ 0 w 171450"/>
              <a:gd name="connsiteY0" fmla="*/ 12216 h 212241"/>
              <a:gd name="connsiteX1" fmla="*/ 133350 w 171450"/>
              <a:gd name="connsiteY1" fmla="*/ 21741 h 212241"/>
              <a:gd name="connsiteX2" fmla="*/ 171450 w 171450"/>
              <a:gd name="connsiteY2" fmla="*/ 212241 h 21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1450" h="212241">
                <a:moveTo>
                  <a:pt x="0" y="12216"/>
                </a:moveTo>
                <a:cubicBezTo>
                  <a:pt x="52387" y="309"/>
                  <a:pt x="104775" y="-11597"/>
                  <a:pt x="133350" y="21741"/>
                </a:cubicBezTo>
                <a:cubicBezTo>
                  <a:pt x="161925" y="55079"/>
                  <a:pt x="166687" y="133660"/>
                  <a:pt x="171450" y="212241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楕円 55">
            <a:extLst>
              <a:ext uri="{FF2B5EF4-FFF2-40B4-BE49-F238E27FC236}">
                <a16:creationId xmlns:a16="http://schemas.microsoft.com/office/drawing/2014/main" id="{94E0B9A5-EB4E-46ED-8497-4EE8A15A0678}"/>
              </a:ext>
            </a:extLst>
          </p:cNvPr>
          <p:cNvSpPr/>
          <p:nvPr/>
        </p:nvSpPr>
        <p:spPr>
          <a:xfrm>
            <a:off x="2582144" y="2199960"/>
            <a:ext cx="144016" cy="144016"/>
          </a:xfrm>
          <a:prstGeom prst="ellipse">
            <a:avLst/>
          </a:prstGeom>
          <a:solidFill>
            <a:srgbClr val="3333FF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CEB01CD7-9D85-473C-B82A-9E1BD50E121A}"/>
              </a:ext>
            </a:extLst>
          </p:cNvPr>
          <p:cNvSpPr/>
          <p:nvPr/>
        </p:nvSpPr>
        <p:spPr>
          <a:xfrm>
            <a:off x="8059292" y="927220"/>
            <a:ext cx="1531669" cy="53600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8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LAN</a:t>
            </a:r>
            <a:r>
              <a:rPr lang="ja-JP" altLang="en-US" sz="18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必要</a:t>
            </a:r>
            <a:endParaRPr kumimoji="1" lang="en-US" altLang="ja-JP" sz="1800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18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（</a:t>
            </a:r>
            <a:r>
              <a:rPr kumimoji="1" lang="en-US" altLang="ja-JP" sz="18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8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ポート）</a:t>
            </a:r>
            <a:endParaRPr kumimoji="1" lang="en-US" altLang="ja-JP" sz="1800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62" name="直線コネクタ 61">
            <a:extLst>
              <a:ext uri="{FF2B5EF4-FFF2-40B4-BE49-F238E27FC236}">
                <a16:creationId xmlns:a16="http://schemas.microsoft.com/office/drawing/2014/main" id="{A508E7A1-9126-4CC3-B642-A7C4F5039956}"/>
              </a:ext>
            </a:extLst>
          </p:cNvPr>
          <p:cNvCxnSpPr>
            <a:cxnSpLocks/>
            <a:stCxn id="52" idx="2"/>
            <a:endCxn id="59" idx="1"/>
          </p:cNvCxnSpPr>
          <p:nvPr/>
        </p:nvCxnSpPr>
        <p:spPr>
          <a:xfrm>
            <a:off x="4660331" y="1679244"/>
            <a:ext cx="2461415" cy="302530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コネクタ 62">
            <a:extLst>
              <a:ext uri="{FF2B5EF4-FFF2-40B4-BE49-F238E27FC236}">
                <a16:creationId xmlns:a16="http://schemas.microsoft.com/office/drawing/2014/main" id="{72C98792-6999-41EA-BAFA-A58083F0A10F}"/>
              </a:ext>
            </a:extLst>
          </p:cNvPr>
          <p:cNvCxnSpPr>
            <a:cxnSpLocks/>
            <a:stCxn id="52" idx="2"/>
            <a:endCxn id="58" idx="7"/>
          </p:cNvCxnSpPr>
          <p:nvPr/>
        </p:nvCxnSpPr>
        <p:spPr>
          <a:xfrm flipH="1">
            <a:off x="2697982" y="1679244"/>
            <a:ext cx="1962349" cy="277673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6625C1C8-91F7-4894-885C-A230AC30DCDD}"/>
              </a:ext>
            </a:extLst>
          </p:cNvPr>
          <p:cNvCxnSpPr>
            <a:cxnSpLocks/>
            <a:stCxn id="52" idx="2"/>
            <a:endCxn id="57" idx="6"/>
          </p:cNvCxnSpPr>
          <p:nvPr/>
        </p:nvCxnSpPr>
        <p:spPr>
          <a:xfrm flipH="1">
            <a:off x="2684506" y="1679244"/>
            <a:ext cx="1975825" cy="184490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コネクタ 64">
            <a:extLst>
              <a:ext uri="{FF2B5EF4-FFF2-40B4-BE49-F238E27FC236}">
                <a16:creationId xmlns:a16="http://schemas.microsoft.com/office/drawing/2014/main" id="{16B10C2A-22EB-449F-8B8D-CE2EE830467B}"/>
              </a:ext>
            </a:extLst>
          </p:cNvPr>
          <p:cNvCxnSpPr>
            <a:cxnSpLocks/>
            <a:stCxn id="52" idx="2"/>
            <a:endCxn id="56" idx="6"/>
          </p:cNvCxnSpPr>
          <p:nvPr/>
        </p:nvCxnSpPr>
        <p:spPr>
          <a:xfrm flipH="1">
            <a:off x="2726160" y="1679244"/>
            <a:ext cx="1934171" cy="59272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コネクタ 68">
            <a:extLst>
              <a:ext uri="{FF2B5EF4-FFF2-40B4-BE49-F238E27FC236}">
                <a16:creationId xmlns:a16="http://schemas.microsoft.com/office/drawing/2014/main" id="{0FC015A7-C6D8-4F61-906A-FC05657B3148}"/>
              </a:ext>
            </a:extLst>
          </p:cNvPr>
          <p:cNvCxnSpPr>
            <a:cxnSpLocks/>
            <a:stCxn id="52" idx="2"/>
            <a:endCxn id="45" idx="2"/>
          </p:cNvCxnSpPr>
          <p:nvPr/>
        </p:nvCxnSpPr>
        <p:spPr>
          <a:xfrm flipV="1">
            <a:off x="4660331" y="1643240"/>
            <a:ext cx="1079517" cy="3600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2E96950E-D579-446C-9147-D67700C8B417}"/>
              </a:ext>
            </a:extLst>
          </p:cNvPr>
          <p:cNvSpPr/>
          <p:nvPr/>
        </p:nvSpPr>
        <p:spPr>
          <a:xfrm>
            <a:off x="5591951" y="1770856"/>
            <a:ext cx="439809" cy="156964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900" dirty="0">
                <a:solidFill>
                  <a:schemeClr val="tx1"/>
                </a:solidFill>
              </a:rPr>
              <a:t>室温</a:t>
            </a:r>
          </a:p>
        </p:txBody>
      </p: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9C6D9126-40E9-48EF-ADB4-1FD31BFB980B}"/>
              </a:ext>
            </a:extLst>
          </p:cNvPr>
          <p:cNvGrpSpPr/>
          <p:nvPr/>
        </p:nvGrpSpPr>
        <p:grpSpPr>
          <a:xfrm>
            <a:off x="272480" y="611971"/>
            <a:ext cx="4998736" cy="350310"/>
            <a:chOff x="272480" y="611971"/>
            <a:chExt cx="4998736" cy="350310"/>
          </a:xfrm>
        </p:grpSpPr>
        <p:sp>
          <p:nvSpPr>
            <p:cNvPr id="33" name="楕円 32">
              <a:extLst>
                <a:ext uri="{FF2B5EF4-FFF2-40B4-BE49-F238E27FC236}">
                  <a16:creationId xmlns:a16="http://schemas.microsoft.com/office/drawing/2014/main" id="{77612982-70F5-4C2C-841C-4762A18597B0}"/>
                </a:ext>
              </a:extLst>
            </p:cNvPr>
            <p:cNvSpPr/>
            <p:nvPr/>
          </p:nvSpPr>
          <p:spPr>
            <a:xfrm>
              <a:off x="1816949" y="713267"/>
              <a:ext cx="144016" cy="144016"/>
            </a:xfrm>
            <a:prstGeom prst="ellipse">
              <a:avLst/>
            </a:prstGeom>
            <a:solidFill>
              <a:srgbClr val="3333FF"/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id="{E3FB4FD4-880F-403D-B016-408F0C952577}"/>
                </a:ext>
              </a:extLst>
            </p:cNvPr>
            <p:cNvSpPr/>
            <p:nvPr/>
          </p:nvSpPr>
          <p:spPr>
            <a:xfrm>
              <a:off x="1888957" y="654897"/>
              <a:ext cx="1108640" cy="236126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子機</a:t>
              </a:r>
              <a:r>
                <a:rPr kumimoji="1"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（</a:t>
              </a:r>
              <a:r>
                <a:rPr kumimoji="1" lang="en-US" altLang="ja-JP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UNIV)</a:t>
              </a:r>
              <a:endParaRPr kumimoji="1" lang="ja-JP" altLang="en-US" sz="105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7" name="正方形/長方形 36">
              <a:extLst>
                <a:ext uri="{FF2B5EF4-FFF2-40B4-BE49-F238E27FC236}">
                  <a16:creationId xmlns:a16="http://schemas.microsoft.com/office/drawing/2014/main" id="{FF0F2C61-20DE-4C28-A916-CE755095BAC4}"/>
                </a:ext>
              </a:extLst>
            </p:cNvPr>
            <p:cNvSpPr/>
            <p:nvPr/>
          </p:nvSpPr>
          <p:spPr>
            <a:xfrm>
              <a:off x="408055" y="672671"/>
              <a:ext cx="295176" cy="216024"/>
            </a:xfrm>
            <a:prstGeom prst="rect">
              <a:avLst/>
            </a:prstGeom>
            <a:solidFill>
              <a:srgbClr val="FF7C80"/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ja-JP" altLang="en-US" sz="1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親</a:t>
              </a:r>
              <a:endPara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558124DA-B299-41C5-95C3-8E677503E8B8}"/>
                </a:ext>
              </a:extLst>
            </p:cNvPr>
            <p:cNvSpPr/>
            <p:nvPr/>
          </p:nvSpPr>
          <p:spPr>
            <a:xfrm>
              <a:off x="585020" y="647459"/>
              <a:ext cx="979615" cy="24772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親機（</a:t>
              </a:r>
              <a:r>
                <a:rPr kumimoji="1" lang="en-US" altLang="ja-JP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IG)</a:t>
              </a:r>
              <a:endParaRPr kumimoji="1" lang="ja-JP" altLang="en-US" sz="105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9" name="楕円 38">
              <a:extLst>
                <a:ext uri="{FF2B5EF4-FFF2-40B4-BE49-F238E27FC236}">
                  <a16:creationId xmlns:a16="http://schemas.microsoft.com/office/drawing/2014/main" id="{6F87CBED-3E87-442F-A4CB-1DF6890CB495}"/>
                </a:ext>
              </a:extLst>
            </p:cNvPr>
            <p:cNvSpPr/>
            <p:nvPr/>
          </p:nvSpPr>
          <p:spPr>
            <a:xfrm>
              <a:off x="3259919" y="709497"/>
              <a:ext cx="144016" cy="144016"/>
            </a:xfrm>
            <a:prstGeom prst="ellipse">
              <a:avLst/>
            </a:prstGeom>
            <a:solidFill>
              <a:srgbClr val="FF6600"/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FACE444F-5D95-4036-ACE5-22FC9BF3A82A}"/>
                </a:ext>
              </a:extLst>
            </p:cNvPr>
            <p:cNvSpPr/>
            <p:nvPr/>
          </p:nvSpPr>
          <p:spPr>
            <a:xfrm>
              <a:off x="3332575" y="645375"/>
              <a:ext cx="1800687" cy="249804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室温（</a:t>
              </a:r>
              <a:r>
                <a:rPr lang="en-US" altLang="ja-JP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TRH20</a:t>
              </a:r>
              <a:r>
                <a:rPr kumimoji="1" lang="en-US" altLang="ja-JP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) </a:t>
              </a:r>
              <a:r>
                <a:rPr kumimoji="1"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センサ無し</a:t>
              </a:r>
            </a:p>
          </p:txBody>
        </p:sp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DDBDC356-6F08-4762-BA25-44FEF889DD52}"/>
                </a:ext>
              </a:extLst>
            </p:cNvPr>
            <p:cNvSpPr/>
            <p:nvPr/>
          </p:nvSpPr>
          <p:spPr>
            <a:xfrm>
              <a:off x="272480" y="611971"/>
              <a:ext cx="4998736" cy="35031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aphicFrame>
        <p:nvGraphicFramePr>
          <p:cNvPr id="42" name="表 41">
            <a:extLst>
              <a:ext uri="{FF2B5EF4-FFF2-40B4-BE49-F238E27FC236}">
                <a16:creationId xmlns:a16="http://schemas.microsoft.com/office/drawing/2014/main" id="{A8556D04-1D27-4AB2-9E66-2222B6FC00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9357878"/>
              </p:ext>
            </p:extLst>
          </p:nvPr>
        </p:nvGraphicFramePr>
        <p:xfrm>
          <a:off x="7761455" y="1814088"/>
          <a:ext cx="2016081" cy="85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1422">
                  <a:extLst>
                    <a:ext uri="{9D8B030D-6E8A-4147-A177-3AD203B41FA5}">
                      <a16:colId xmlns:a16="http://schemas.microsoft.com/office/drawing/2014/main" val="3328826263"/>
                    </a:ext>
                  </a:extLst>
                </a:gridCol>
                <a:gridCol w="429207">
                  <a:extLst>
                    <a:ext uri="{9D8B030D-6E8A-4147-A177-3AD203B41FA5}">
                      <a16:colId xmlns:a16="http://schemas.microsoft.com/office/drawing/2014/main" val="1527986668"/>
                    </a:ext>
                  </a:extLst>
                </a:gridCol>
                <a:gridCol w="1045452">
                  <a:extLst>
                    <a:ext uri="{9D8B030D-6E8A-4147-A177-3AD203B41FA5}">
                      <a16:colId xmlns:a16="http://schemas.microsoft.com/office/drawing/2014/main" val="509892604"/>
                    </a:ext>
                  </a:extLst>
                </a:gridCol>
              </a:tblGrid>
              <a:tr h="15876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機器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台数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7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センサ本数（延長数）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008665"/>
                  </a:ext>
                </a:extLst>
              </a:tr>
              <a:tr h="15876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IG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601371"/>
                  </a:ext>
                </a:extLst>
              </a:tr>
              <a:tr h="15876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UNIV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6(0)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435022"/>
                  </a:ext>
                </a:extLst>
              </a:tr>
              <a:tr h="15876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TRH20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2895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7843643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10E9E035-8C6B-44E7-9E17-37F7EDE00F6F}"/>
              </a:ext>
            </a:extLst>
          </p:cNvPr>
          <p:cNvSpPr/>
          <p:nvPr/>
        </p:nvSpPr>
        <p:spPr>
          <a:xfrm>
            <a:off x="4337273" y="5705657"/>
            <a:ext cx="720080" cy="43204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入口</a:t>
            </a:r>
            <a:endParaRPr kumimoji="1" lang="ja-JP" alt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正方形/長方形 6"/>
          <p:cNvSpPr/>
          <p:nvPr/>
        </p:nvSpPr>
        <p:spPr>
          <a:xfrm>
            <a:off x="0" y="13127"/>
            <a:ext cx="9906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/>
            <a:r>
              <a:rPr lang="ja-JP" altLang="en-US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⑥　微生物実験室　</a:t>
            </a:r>
            <a:r>
              <a:rPr lang="en-US" altLang="ja-JP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303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0E40388A-536A-4A98-B0FE-728F8E5C2917}"/>
              </a:ext>
            </a:extLst>
          </p:cNvPr>
          <p:cNvSpPr/>
          <p:nvPr/>
        </p:nvSpPr>
        <p:spPr>
          <a:xfrm>
            <a:off x="1876530" y="1443961"/>
            <a:ext cx="5738947" cy="411768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矢印: 上 3">
            <a:extLst>
              <a:ext uri="{FF2B5EF4-FFF2-40B4-BE49-F238E27FC236}">
                <a16:creationId xmlns:a16="http://schemas.microsoft.com/office/drawing/2014/main" id="{7BA7DD11-DA4F-4D54-BD53-CCA29F35005D}"/>
              </a:ext>
            </a:extLst>
          </p:cNvPr>
          <p:cNvSpPr/>
          <p:nvPr/>
        </p:nvSpPr>
        <p:spPr>
          <a:xfrm>
            <a:off x="4409281" y="5417625"/>
            <a:ext cx="583381" cy="288032"/>
          </a:xfrm>
          <a:prstGeom prst="up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F622AE4C-A175-4538-9228-EEFE596C0865}"/>
              </a:ext>
            </a:extLst>
          </p:cNvPr>
          <p:cNvSpPr/>
          <p:nvPr/>
        </p:nvSpPr>
        <p:spPr>
          <a:xfrm>
            <a:off x="1910216" y="2663432"/>
            <a:ext cx="407529" cy="44528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-80</a:t>
            </a:r>
            <a:endParaRPr kumimoji="1" lang="ja-JP" altLang="en-US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2" name="正方形/長方形 101">
            <a:extLst>
              <a:ext uri="{FF2B5EF4-FFF2-40B4-BE49-F238E27FC236}">
                <a16:creationId xmlns:a16="http://schemas.microsoft.com/office/drawing/2014/main" id="{CEAF1F48-5D24-4CAF-81D5-D634B18177FB}"/>
              </a:ext>
            </a:extLst>
          </p:cNvPr>
          <p:cNvSpPr/>
          <p:nvPr/>
        </p:nvSpPr>
        <p:spPr>
          <a:xfrm>
            <a:off x="4549725" y="1454843"/>
            <a:ext cx="295176" cy="216024"/>
          </a:xfrm>
          <a:prstGeom prst="rect">
            <a:avLst/>
          </a:prstGeom>
          <a:solidFill>
            <a:srgbClr val="FF7C80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親</a:t>
            </a:r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0F9FC398-FE14-48F8-BC95-CC21D760E175}"/>
              </a:ext>
            </a:extLst>
          </p:cNvPr>
          <p:cNvSpPr/>
          <p:nvPr/>
        </p:nvSpPr>
        <p:spPr>
          <a:xfrm>
            <a:off x="3343817" y="1670867"/>
            <a:ext cx="144016" cy="144016"/>
          </a:xfrm>
          <a:prstGeom prst="ellipse">
            <a:avLst/>
          </a:prstGeom>
          <a:solidFill>
            <a:srgbClr val="FF6600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F055F47A-F3A2-439B-ACCF-B5605E9DF86F}"/>
              </a:ext>
            </a:extLst>
          </p:cNvPr>
          <p:cNvSpPr/>
          <p:nvPr/>
        </p:nvSpPr>
        <p:spPr>
          <a:xfrm>
            <a:off x="6818782" y="5093589"/>
            <a:ext cx="658343" cy="3600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-20/+4</a:t>
            </a:r>
            <a:endParaRPr kumimoji="1" lang="ja-JP" altLang="en-US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ABC4261F-C651-4938-A338-F466297B9BD1}"/>
              </a:ext>
            </a:extLst>
          </p:cNvPr>
          <p:cNvSpPr/>
          <p:nvPr/>
        </p:nvSpPr>
        <p:spPr>
          <a:xfrm>
            <a:off x="2323750" y="2888968"/>
            <a:ext cx="144016" cy="144016"/>
          </a:xfrm>
          <a:prstGeom prst="ellipse">
            <a:avLst/>
          </a:prstGeom>
          <a:solidFill>
            <a:srgbClr val="3333FF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3" name="フリーフォーム: 図形 2">
            <a:extLst>
              <a:ext uri="{FF2B5EF4-FFF2-40B4-BE49-F238E27FC236}">
                <a16:creationId xmlns:a16="http://schemas.microsoft.com/office/drawing/2014/main" id="{25B4E6B8-A260-4E6C-B480-777B9328A192}"/>
              </a:ext>
            </a:extLst>
          </p:cNvPr>
          <p:cNvSpPr/>
          <p:nvPr/>
        </p:nvSpPr>
        <p:spPr>
          <a:xfrm>
            <a:off x="2171700" y="2762250"/>
            <a:ext cx="238347" cy="123825"/>
          </a:xfrm>
          <a:custGeom>
            <a:avLst/>
            <a:gdLst>
              <a:gd name="connsiteX0" fmla="*/ 238125 w 238347"/>
              <a:gd name="connsiteY0" fmla="*/ 123825 h 123825"/>
              <a:gd name="connsiteX1" fmla="*/ 200025 w 238347"/>
              <a:gd name="connsiteY1" fmla="*/ 9525 h 123825"/>
              <a:gd name="connsiteX2" fmla="*/ 0 w 238347"/>
              <a:gd name="connsiteY2" fmla="*/ 0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8347" h="123825">
                <a:moveTo>
                  <a:pt x="238125" y="123825"/>
                </a:moveTo>
                <a:cubicBezTo>
                  <a:pt x="238919" y="76993"/>
                  <a:pt x="239713" y="30162"/>
                  <a:pt x="200025" y="9525"/>
                </a:cubicBezTo>
                <a:cubicBezTo>
                  <a:pt x="160337" y="-11113"/>
                  <a:pt x="79375" y="34925"/>
                  <a:pt x="0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フリーフォーム: 図形 7">
            <a:extLst>
              <a:ext uri="{FF2B5EF4-FFF2-40B4-BE49-F238E27FC236}">
                <a16:creationId xmlns:a16="http://schemas.microsoft.com/office/drawing/2014/main" id="{D61D3922-766F-459E-B58C-27B3DE76EDE2}"/>
              </a:ext>
            </a:extLst>
          </p:cNvPr>
          <p:cNvSpPr/>
          <p:nvPr/>
        </p:nvSpPr>
        <p:spPr>
          <a:xfrm>
            <a:off x="6953250" y="4974712"/>
            <a:ext cx="238125" cy="149738"/>
          </a:xfrm>
          <a:custGeom>
            <a:avLst/>
            <a:gdLst>
              <a:gd name="connsiteX0" fmla="*/ 0 w 238125"/>
              <a:gd name="connsiteY0" fmla="*/ 6863 h 149738"/>
              <a:gd name="connsiteX1" fmla="*/ 95250 w 238125"/>
              <a:gd name="connsiteY1" fmla="*/ 16388 h 149738"/>
              <a:gd name="connsiteX2" fmla="*/ 238125 w 238125"/>
              <a:gd name="connsiteY2" fmla="*/ 149738 h 149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8125" h="149738">
                <a:moveTo>
                  <a:pt x="0" y="6863"/>
                </a:moveTo>
                <a:cubicBezTo>
                  <a:pt x="27781" y="-281"/>
                  <a:pt x="55563" y="-7425"/>
                  <a:pt x="95250" y="16388"/>
                </a:cubicBezTo>
                <a:cubicBezTo>
                  <a:pt x="134938" y="40201"/>
                  <a:pt x="186531" y="94969"/>
                  <a:pt x="238125" y="149738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フリーフォーム: 図形 8">
            <a:extLst>
              <a:ext uri="{FF2B5EF4-FFF2-40B4-BE49-F238E27FC236}">
                <a16:creationId xmlns:a16="http://schemas.microsoft.com/office/drawing/2014/main" id="{83821FF8-5482-405A-8E7C-1A3C60DAC39A}"/>
              </a:ext>
            </a:extLst>
          </p:cNvPr>
          <p:cNvSpPr/>
          <p:nvPr/>
        </p:nvSpPr>
        <p:spPr>
          <a:xfrm>
            <a:off x="6938158" y="4949573"/>
            <a:ext cx="390525" cy="195999"/>
          </a:xfrm>
          <a:custGeom>
            <a:avLst/>
            <a:gdLst>
              <a:gd name="connsiteX0" fmla="*/ 0 w 390525"/>
              <a:gd name="connsiteY0" fmla="*/ 5499 h 195999"/>
              <a:gd name="connsiteX1" fmla="*/ 152400 w 390525"/>
              <a:gd name="connsiteY1" fmla="*/ 5499 h 195999"/>
              <a:gd name="connsiteX2" fmla="*/ 266700 w 390525"/>
              <a:gd name="connsiteY2" fmla="*/ 62649 h 195999"/>
              <a:gd name="connsiteX3" fmla="*/ 390525 w 390525"/>
              <a:gd name="connsiteY3" fmla="*/ 195999 h 195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0525" h="195999">
                <a:moveTo>
                  <a:pt x="0" y="5499"/>
                </a:moveTo>
                <a:cubicBezTo>
                  <a:pt x="53975" y="736"/>
                  <a:pt x="107950" y="-4026"/>
                  <a:pt x="152400" y="5499"/>
                </a:cubicBezTo>
                <a:cubicBezTo>
                  <a:pt x="196850" y="15024"/>
                  <a:pt x="227013" y="30899"/>
                  <a:pt x="266700" y="62649"/>
                </a:cubicBezTo>
                <a:cubicBezTo>
                  <a:pt x="306388" y="94399"/>
                  <a:pt x="348456" y="145199"/>
                  <a:pt x="390525" y="195999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A7E53636-739D-4CAB-9982-2E3FF2CAA2F3}"/>
              </a:ext>
            </a:extLst>
          </p:cNvPr>
          <p:cNvSpPr/>
          <p:nvPr/>
        </p:nvSpPr>
        <p:spPr>
          <a:xfrm>
            <a:off x="6821039" y="4892066"/>
            <a:ext cx="144016" cy="144016"/>
          </a:xfrm>
          <a:prstGeom prst="ellipse">
            <a:avLst/>
          </a:prstGeom>
          <a:solidFill>
            <a:srgbClr val="3333FF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1876308E-2F60-4864-8D54-008707B8A816}"/>
              </a:ext>
            </a:extLst>
          </p:cNvPr>
          <p:cNvSpPr/>
          <p:nvPr/>
        </p:nvSpPr>
        <p:spPr>
          <a:xfrm>
            <a:off x="8121352" y="764704"/>
            <a:ext cx="1531669" cy="53600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8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LAN</a:t>
            </a:r>
            <a:r>
              <a:rPr lang="ja-JP" altLang="en-US" sz="18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必要</a:t>
            </a:r>
            <a:endParaRPr kumimoji="1" lang="en-US" altLang="ja-JP" sz="1800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18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（</a:t>
            </a:r>
            <a:r>
              <a:rPr kumimoji="1" lang="en-US" altLang="ja-JP" sz="18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kumimoji="1" lang="ja-JP" altLang="en-US" sz="18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ポート）</a:t>
            </a:r>
            <a:endParaRPr kumimoji="1" lang="en-US" altLang="ja-JP" sz="1800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A7692EBA-3C40-4E28-9429-8E6EC3604071}"/>
              </a:ext>
            </a:extLst>
          </p:cNvPr>
          <p:cNvCxnSpPr>
            <a:cxnSpLocks/>
            <a:stCxn id="102" idx="2"/>
            <a:endCxn id="45" idx="6"/>
          </p:cNvCxnSpPr>
          <p:nvPr/>
        </p:nvCxnSpPr>
        <p:spPr>
          <a:xfrm flipH="1">
            <a:off x="3487833" y="1670867"/>
            <a:ext cx="1209480" cy="7200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F1C8BD36-67DF-4B8D-AC9C-E7BEF264F55A}"/>
              </a:ext>
            </a:extLst>
          </p:cNvPr>
          <p:cNvCxnSpPr>
            <a:cxnSpLocks/>
            <a:stCxn id="102" idx="2"/>
            <a:endCxn id="28" idx="6"/>
          </p:cNvCxnSpPr>
          <p:nvPr/>
        </p:nvCxnSpPr>
        <p:spPr>
          <a:xfrm flipH="1">
            <a:off x="2467766" y="1670867"/>
            <a:ext cx="2229547" cy="129010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2A59851F-0F55-4FCD-8BC4-D401053A52E2}"/>
              </a:ext>
            </a:extLst>
          </p:cNvPr>
          <p:cNvCxnSpPr>
            <a:cxnSpLocks/>
            <a:stCxn id="102" idx="2"/>
            <a:endCxn id="29" idx="1"/>
          </p:cNvCxnSpPr>
          <p:nvPr/>
        </p:nvCxnSpPr>
        <p:spPr>
          <a:xfrm>
            <a:off x="4697313" y="1670867"/>
            <a:ext cx="2144817" cy="324229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950F050D-85A0-4E9A-9896-F33E91C2C204}"/>
              </a:ext>
            </a:extLst>
          </p:cNvPr>
          <p:cNvSpPr/>
          <p:nvPr/>
        </p:nvSpPr>
        <p:spPr>
          <a:xfrm>
            <a:off x="3195920" y="1833717"/>
            <a:ext cx="439809" cy="156964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900" dirty="0">
                <a:solidFill>
                  <a:schemeClr val="tx1"/>
                </a:solidFill>
              </a:rPr>
              <a:t>室温</a:t>
            </a:r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2F895366-04D5-410F-ADF5-DE9E6D301B07}"/>
              </a:ext>
            </a:extLst>
          </p:cNvPr>
          <p:cNvGrpSpPr/>
          <p:nvPr/>
        </p:nvGrpSpPr>
        <p:grpSpPr>
          <a:xfrm>
            <a:off x="272480" y="611971"/>
            <a:ext cx="4998736" cy="350310"/>
            <a:chOff x="272480" y="611971"/>
            <a:chExt cx="4998736" cy="350310"/>
          </a:xfrm>
        </p:grpSpPr>
        <p:sp>
          <p:nvSpPr>
            <p:cNvPr id="22" name="楕円 21">
              <a:extLst>
                <a:ext uri="{FF2B5EF4-FFF2-40B4-BE49-F238E27FC236}">
                  <a16:creationId xmlns:a16="http://schemas.microsoft.com/office/drawing/2014/main" id="{C5B435A5-DCB8-405A-87B6-637B72340896}"/>
                </a:ext>
              </a:extLst>
            </p:cNvPr>
            <p:cNvSpPr/>
            <p:nvPr/>
          </p:nvSpPr>
          <p:spPr>
            <a:xfrm>
              <a:off x="1816949" y="713267"/>
              <a:ext cx="144016" cy="144016"/>
            </a:xfrm>
            <a:prstGeom prst="ellipse">
              <a:avLst/>
            </a:prstGeom>
            <a:solidFill>
              <a:srgbClr val="3333FF"/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0171D02A-B9D8-49BB-BFE2-90329361210C}"/>
                </a:ext>
              </a:extLst>
            </p:cNvPr>
            <p:cNvSpPr/>
            <p:nvPr/>
          </p:nvSpPr>
          <p:spPr>
            <a:xfrm>
              <a:off x="1888957" y="654897"/>
              <a:ext cx="1108640" cy="236126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子機</a:t>
              </a:r>
              <a:r>
                <a:rPr kumimoji="1"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（</a:t>
              </a:r>
              <a:r>
                <a:rPr kumimoji="1" lang="en-US" altLang="ja-JP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UNIV)</a:t>
              </a:r>
              <a:endParaRPr kumimoji="1" lang="ja-JP" altLang="en-US" sz="105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33922F55-EEC2-478A-B55D-23A2DD492A79}"/>
                </a:ext>
              </a:extLst>
            </p:cNvPr>
            <p:cNvSpPr/>
            <p:nvPr/>
          </p:nvSpPr>
          <p:spPr>
            <a:xfrm>
              <a:off x="408055" y="672671"/>
              <a:ext cx="295176" cy="216024"/>
            </a:xfrm>
            <a:prstGeom prst="rect">
              <a:avLst/>
            </a:prstGeom>
            <a:solidFill>
              <a:srgbClr val="FF7C80"/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ja-JP" altLang="en-US" sz="1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親</a:t>
              </a:r>
              <a:endPara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556D32DE-B8A8-4DA9-9560-33B3B801A7E3}"/>
                </a:ext>
              </a:extLst>
            </p:cNvPr>
            <p:cNvSpPr/>
            <p:nvPr/>
          </p:nvSpPr>
          <p:spPr>
            <a:xfrm>
              <a:off x="585020" y="647459"/>
              <a:ext cx="979615" cy="24772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親機（</a:t>
              </a:r>
              <a:r>
                <a:rPr kumimoji="1" lang="en-US" altLang="ja-JP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IG)</a:t>
              </a:r>
              <a:endParaRPr kumimoji="1" lang="ja-JP" altLang="en-US" sz="105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6" name="楕円 25">
              <a:extLst>
                <a:ext uri="{FF2B5EF4-FFF2-40B4-BE49-F238E27FC236}">
                  <a16:creationId xmlns:a16="http://schemas.microsoft.com/office/drawing/2014/main" id="{4557C13F-FC61-40A5-94C7-70FF02391EE9}"/>
                </a:ext>
              </a:extLst>
            </p:cNvPr>
            <p:cNvSpPr/>
            <p:nvPr/>
          </p:nvSpPr>
          <p:spPr>
            <a:xfrm>
              <a:off x="3259919" y="709497"/>
              <a:ext cx="144016" cy="144016"/>
            </a:xfrm>
            <a:prstGeom prst="ellipse">
              <a:avLst/>
            </a:prstGeom>
            <a:solidFill>
              <a:srgbClr val="FF6600"/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584F0DEB-73B1-43E1-9B18-89ACC4185414}"/>
                </a:ext>
              </a:extLst>
            </p:cNvPr>
            <p:cNvSpPr/>
            <p:nvPr/>
          </p:nvSpPr>
          <p:spPr>
            <a:xfrm>
              <a:off x="3332575" y="645375"/>
              <a:ext cx="1800687" cy="249804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室温（</a:t>
              </a:r>
              <a:r>
                <a:rPr lang="en-US" altLang="ja-JP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TRH20</a:t>
              </a:r>
              <a:r>
                <a:rPr kumimoji="1" lang="en-US" altLang="ja-JP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) </a:t>
              </a:r>
              <a:r>
                <a:rPr kumimoji="1"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センサ無し</a:t>
              </a:r>
            </a:p>
          </p:txBody>
        </p:sp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923A28FA-1A23-4986-81D9-A609DDCFEBB5}"/>
                </a:ext>
              </a:extLst>
            </p:cNvPr>
            <p:cNvSpPr/>
            <p:nvPr/>
          </p:nvSpPr>
          <p:spPr>
            <a:xfrm>
              <a:off x="272480" y="611971"/>
              <a:ext cx="4998736" cy="35031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aphicFrame>
        <p:nvGraphicFramePr>
          <p:cNvPr id="33" name="表 32">
            <a:extLst>
              <a:ext uri="{FF2B5EF4-FFF2-40B4-BE49-F238E27FC236}">
                <a16:creationId xmlns:a16="http://schemas.microsoft.com/office/drawing/2014/main" id="{FE3B7B2B-826D-44D4-B7F1-6A7F760F5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2542580"/>
              </p:ext>
            </p:extLst>
          </p:nvPr>
        </p:nvGraphicFramePr>
        <p:xfrm>
          <a:off x="7761455" y="1814088"/>
          <a:ext cx="2016081" cy="85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1422">
                  <a:extLst>
                    <a:ext uri="{9D8B030D-6E8A-4147-A177-3AD203B41FA5}">
                      <a16:colId xmlns:a16="http://schemas.microsoft.com/office/drawing/2014/main" val="3328826263"/>
                    </a:ext>
                  </a:extLst>
                </a:gridCol>
                <a:gridCol w="429207">
                  <a:extLst>
                    <a:ext uri="{9D8B030D-6E8A-4147-A177-3AD203B41FA5}">
                      <a16:colId xmlns:a16="http://schemas.microsoft.com/office/drawing/2014/main" val="1527986668"/>
                    </a:ext>
                  </a:extLst>
                </a:gridCol>
                <a:gridCol w="1045452">
                  <a:extLst>
                    <a:ext uri="{9D8B030D-6E8A-4147-A177-3AD203B41FA5}">
                      <a16:colId xmlns:a16="http://schemas.microsoft.com/office/drawing/2014/main" val="509892604"/>
                    </a:ext>
                  </a:extLst>
                </a:gridCol>
              </a:tblGrid>
              <a:tr h="15876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機器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台数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7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センサ本数（延長数）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008665"/>
                  </a:ext>
                </a:extLst>
              </a:tr>
              <a:tr h="15876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IG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601371"/>
                  </a:ext>
                </a:extLst>
              </a:tr>
              <a:tr h="15876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UNIV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3(0)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435022"/>
                  </a:ext>
                </a:extLst>
              </a:tr>
              <a:tr h="15876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TRH20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2895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353247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10E9E035-8C6B-44E7-9E17-37F7EDE00F6F}"/>
              </a:ext>
            </a:extLst>
          </p:cNvPr>
          <p:cNvSpPr/>
          <p:nvPr/>
        </p:nvSpPr>
        <p:spPr>
          <a:xfrm>
            <a:off x="4451036" y="5698007"/>
            <a:ext cx="720080" cy="43204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入口</a:t>
            </a:r>
            <a:endParaRPr kumimoji="1" lang="ja-JP" alt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正方形/長方形 6"/>
          <p:cNvSpPr/>
          <p:nvPr/>
        </p:nvSpPr>
        <p:spPr>
          <a:xfrm>
            <a:off x="0" y="13127"/>
            <a:ext cx="9906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/>
            <a:r>
              <a:rPr lang="ja-JP" altLang="en-US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⑦　フリーザー室　</a:t>
            </a:r>
            <a:r>
              <a:rPr lang="en-US" altLang="ja-JP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307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0E40388A-536A-4A98-B0FE-728F8E5C2917}"/>
              </a:ext>
            </a:extLst>
          </p:cNvPr>
          <p:cNvSpPr/>
          <p:nvPr/>
        </p:nvSpPr>
        <p:spPr>
          <a:xfrm>
            <a:off x="1876530" y="1443961"/>
            <a:ext cx="5738947" cy="411768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矢印: 上 3">
            <a:extLst>
              <a:ext uri="{FF2B5EF4-FFF2-40B4-BE49-F238E27FC236}">
                <a16:creationId xmlns:a16="http://schemas.microsoft.com/office/drawing/2014/main" id="{7BA7DD11-DA4F-4D54-BD53-CCA29F35005D}"/>
              </a:ext>
            </a:extLst>
          </p:cNvPr>
          <p:cNvSpPr/>
          <p:nvPr/>
        </p:nvSpPr>
        <p:spPr>
          <a:xfrm>
            <a:off x="4523044" y="5409975"/>
            <a:ext cx="583381" cy="288032"/>
          </a:xfrm>
          <a:prstGeom prst="up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F622AE4C-A175-4538-9228-EEFE596C0865}"/>
              </a:ext>
            </a:extLst>
          </p:cNvPr>
          <p:cNvSpPr/>
          <p:nvPr/>
        </p:nvSpPr>
        <p:spPr>
          <a:xfrm>
            <a:off x="6955827" y="1562855"/>
            <a:ext cx="543836" cy="52071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-80</a:t>
            </a:r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0F9FC398-FE14-48F8-BC95-CC21D760E175}"/>
              </a:ext>
            </a:extLst>
          </p:cNvPr>
          <p:cNvSpPr/>
          <p:nvPr/>
        </p:nvSpPr>
        <p:spPr>
          <a:xfrm>
            <a:off x="3182006" y="5369846"/>
            <a:ext cx="144016" cy="144016"/>
          </a:xfrm>
          <a:prstGeom prst="ellipse">
            <a:avLst/>
          </a:prstGeom>
          <a:solidFill>
            <a:srgbClr val="FF6600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BC58E6CF-1810-40E5-AD5B-52B337292FFD}"/>
              </a:ext>
            </a:extLst>
          </p:cNvPr>
          <p:cNvSpPr/>
          <p:nvPr/>
        </p:nvSpPr>
        <p:spPr>
          <a:xfrm>
            <a:off x="6955827" y="3726353"/>
            <a:ext cx="543836" cy="52071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-40</a:t>
            </a:r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656835C2-0549-4DAB-8497-A07120E721CC}"/>
              </a:ext>
            </a:extLst>
          </p:cNvPr>
          <p:cNvSpPr/>
          <p:nvPr/>
        </p:nvSpPr>
        <p:spPr>
          <a:xfrm>
            <a:off x="6955827" y="2158048"/>
            <a:ext cx="543836" cy="52071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-80</a:t>
            </a:r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0DF8F8BA-4B47-40A6-A045-656A0C492CB7}"/>
              </a:ext>
            </a:extLst>
          </p:cNvPr>
          <p:cNvSpPr/>
          <p:nvPr/>
        </p:nvSpPr>
        <p:spPr>
          <a:xfrm>
            <a:off x="6966511" y="2740524"/>
            <a:ext cx="543836" cy="52071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-80</a:t>
            </a:r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A95DBCF8-0219-4F2F-B82E-D84DD3A0B74A}"/>
              </a:ext>
            </a:extLst>
          </p:cNvPr>
          <p:cNvSpPr/>
          <p:nvPr/>
        </p:nvSpPr>
        <p:spPr>
          <a:xfrm>
            <a:off x="6966511" y="4293096"/>
            <a:ext cx="543836" cy="52071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-40</a:t>
            </a:r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F6EFC0DC-7C30-42C3-9BCC-7B1D0DA02014}"/>
              </a:ext>
            </a:extLst>
          </p:cNvPr>
          <p:cNvSpPr/>
          <p:nvPr/>
        </p:nvSpPr>
        <p:spPr>
          <a:xfrm>
            <a:off x="6966511" y="4875287"/>
            <a:ext cx="543836" cy="52071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-40</a:t>
            </a:r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2A05F336-EE0A-4C21-B61A-283FC2499BF1}"/>
              </a:ext>
            </a:extLst>
          </p:cNvPr>
          <p:cNvSpPr/>
          <p:nvPr/>
        </p:nvSpPr>
        <p:spPr>
          <a:xfrm>
            <a:off x="4992662" y="2276872"/>
            <a:ext cx="543836" cy="52071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-40</a:t>
            </a:r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385FA05D-CCB0-4606-9E62-4414AAC11F82}"/>
              </a:ext>
            </a:extLst>
          </p:cNvPr>
          <p:cNvSpPr/>
          <p:nvPr/>
        </p:nvSpPr>
        <p:spPr>
          <a:xfrm>
            <a:off x="4993760" y="2859063"/>
            <a:ext cx="543836" cy="52071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-40</a:t>
            </a:r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66893B39-C82B-4455-852F-EA48CE8962B8}"/>
              </a:ext>
            </a:extLst>
          </p:cNvPr>
          <p:cNvSpPr/>
          <p:nvPr/>
        </p:nvSpPr>
        <p:spPr>
          <a:xfrm>
            <a:off x="4993760" y="3441254"/>
            <a:ext cx="543836" cy="52071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-40</a:t>
            </a:r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AFAF615D-FC90-4219-82E7-F600F56A4ECE}"/>
              </a:ext>
            </a:extLst>
          </p:cNvPr>
          <p:cNvSpPr/>
          <p:nvPr/>
        </p:nvSpPr>
        <p:spPr>
          <a:xfrm>
            <a:off x="4993760" y="4023445"/>
            <a:ext cx="543836" cy="52071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-40</a:t>
            </a:r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198860E7-A91E-4D26-BA02-BBDEF57F27A7}"/>
              </a:ext>
            </a:extLst>
          </p:cNvPr>
          <p:cNvSpPr/>
          <p:nvPr/>
        </p:nvSpPr>
        <p:spPr>
          <a:xfrm>
            <a:off x="4993760" y="4605636"/>
            <a:ext cx="543836" cy="52071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-40</a:t>
            </a:r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2E5BED2A-8233-449A-8634-341916298EEB}"/>
              </a:ext>
            </a:extLst>
          </p:cNvPr>
          <p:cNvSpPr/>
          <p:nvPr/>
        </p:nvSpPr>
        <p:spPr>
          <a:xfrm>
            <a:off x="4093895" y="2276872"/>
            <a:ext cx="543836" cy="52071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-40</a:t>
            </a:r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D82FE00D-9F46-44A8-B250-992854896478}"/>
              </a:ext>
            </a:extLst>
          </p:cNvPr>
          <p:cNvSpPr/>
          <p:nvPr/>
        </p:nvSpPr>
        <p:spPr>
          <a:xfrm>
            <a:off x="4094993" y="2859063"/>
            <a:ext cx="543836" cy="52071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-40</a:t>
            </a:r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6E99FDD4-2916-4C4A-889A-41178D033B97}"/>
              </a:ext>
            </a:extLst>
          </p:cNvPr>
          <p:cNvSpPr/>
          <p:nvPr/>
        </p:nvSpPr>
        <p:spPr>
          <a:xfrm>
            <a:off x="4094993" y="3441254"/>
            <a:ext cx="543836" cy="52071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-40</a:t>
            </a:r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30307703-0C8F-4C08-B702-20643FE65FD8}"/>
              </a:ext>
            </a:extLst>
          </p:cNvPr>
          <p:cNvSpPr/>
          <p:nvPr/>
        </p:nvSpPr>
        <p:spPr>
          <a:xfrm>
            <a:off x="4094993" y="4023445"/>
            <a:ext cx="543836" cy="52071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-40</a:t>
            </a:r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A68DB993-DF26-43AA-9B8D-B714AD2F5094}"/>
              </a:ext>
            </a:extLst>
          </p:cNvPr>
          <p:cNvSpPr/>
          <p:nvPr/>
        </p:nvSpPr>
        <p:spPr>
          <a:xfrm>
            <a:off x="4094993" y="4605636"/>
            <a:ext cx="543836" cy="52071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-40</a:t>
            </a:r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EDEA9083-1C76-428F-B548-D2D2CDB6165E}"/>
              </a:ext>
            </a:extLst>
          </p:cNvPr>
          <p:cNvSpPr/>
          <p:nvPr/>
        </p:nvSpPr>
        <p:spPr>
          <a:xfrm>
            <a:off x="3994770" y="1443981"/>
            <a:ext cx="1745077" cy="55897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-80</a:t>
            </a:r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6579C0C5-CEAA-40E7-B46D-A4AB451878CF}"/>
              </a:ext>
            </a:extLst>
          </p:cNvPr>
          <p:cNvSpPr/>
          <p:nvPr/>
        </p:nvSpPr>
        <p:spPr>
          <a:xfrm>
            <a:off x="1924463" y="1680780"/>
            <a:ext cx="656678" cy="154552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-80</a:t>
            </a:r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033B74EA-4A62-44DA-97F4-5CD3640E48CF}"/>
              </a:ext>
            </a:extLst>
          </p:cNvPr>
          <p:cNvSpPr/>
          <p:nvPr/>
        </p:nvSpPr>
        <p:spPr>
          <a:xfrm>
            <a:off x="1924463" y="3649891"/>
            <a:ext cx="656678" cy="154552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-80</a:t>
            </a:r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2" name="正方形/長方形 101">
            <a:extLst>
              <a:ext uri="{FF2B5EF4-FFF2-40B4-BE49-F238E27FC236}">
                <a16:creationId xmlns:a16="http://schemas.microsoft.com/office/drawing/2014/main" id="{CEAF1F48-5D24-4CAF-81D5-D634B18177FB}"/>
              </a:ext>
            </a:extLst>
          </p:cNvPr>
          <p:cNvSpPr/>
          <p:nvPr/>
        </p:nvSpPr>
        <p:spPr>
          <a:xfrm>
            <a:off x="7238429" y="3352800"/>
            <a:ext cx="295176" cy="216024"/>
          </a:xfrm>
          <a:prstGeom prst="rect">
            <a:avLst/>
          </a:prstGeom>
          <a:solidFill>
            <a:srgbClr val="FF7C80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親</a:t>
            </a:r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24C884FF-F325-4EC0-A840-7A3D48780C39}"/>
              </a:ext>
            </a:extLst>
          </p:cNvPr>
          <p:cNvSpPr/>
          <p:nvPr/>
        </p:nvSpPr>
        <p:spPr>
          <a:xfrm>
            <a:off x="1924463" y="3306673"/>
            <a:ext cx="295176" cy="216024"/>
          </a:xfrm>
          <a:prstGeom prst="rect">
            <a:avLst/>
          </a:prstGeom>
          <a:solidFill>
            <a:srgbClr val="FF7C80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親</a:t>
            </a:r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53" name="楕円 52">
            <a:extLst>
              <a:ext uri="{FF2B5EF4-FFF2-40B4-BE49-F238E27FC236}">
                <a16:creationId xmlns:a16="http://schemas.microsoft.com/office/drawing/2014/main" id="{E838FE83-DDBA-4001-8E91-AD1E9F959047}"/>
              </a:ext>
            </a:extLst>
          </p:cNvPr>
          <p:cNvSpPr/>
          <p:nvPr/>
        </p:nvSpPr>
        <p:spPr>
          <a:xfrm>
            <a:off x="1928035" y="3629604"/>
            <a:ext cx="144016" cy="144016"/>
          </a:xfrm>
          <a:prstGeom prst="ellipse">
            <a:avLst/>
          </a:prstGeom>
          <a:solidFill>
            <a:srgbClr val="3333FF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54" name="楕円 53">
            <a:extLst>
              <a:ext uri="{FF2B5EF4-FFF2-40B4-BE49-F238E27FC236}">
                <a16:creationId xmlns:a16="http://schemas.microsoft.com/office/drawing/2014/main" id="{24BBB2B1-3DAF-465C-BEF9-433C0122E21F}"/>
              </a:ext>
            </a:extLst>
          </p:cNvPr>
          <p:cNvSpPr/>
          <p:nvPr/>
        </p:nvSpPr>
        <p:spPr>
          <a:xfrm>
            <a:off x="3949879" y="1979627"/>
            <a:ext cx="144016" cy="144016"/>
          </a:xfrm>
          <a:prstGeom prst="ellipse">
            <a:avLst/>
          </a:prstGeom>
          <a:solidFill>
            <a:srgbClr val="3333FF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55" name="楕円 54">
            <a:extLst>
              <a:ext uri="{FF2B5EF4-FFF2-40B4-BE49-F238E27FC236}">
                <a16:creationId xmlns:a16="http://schemas.microsoft.com/office/drawing/2014/main" id="{0F62FC3D-6170-4454-A940-9AF08291B229}"/>
              </a:ext>
            </a:extLst>
          </p:cNvPr>
          <p:cNvSpPr/>
          <p:nvPr/>
        </p:nvSpPr>
        <p:spPr>
          <a:xfrm>
            <a:off x="4755221" y="2225055"/>
            <a:ext cx="144016" cy="144016"/>
          </a:xfrm>
          <a:prstGeom prst="ellipse">
            <a:avLst/>
          </a:prstGeom>
          <a:solidFill>
            <a:srgbClr val="3333FF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60" name="楕円 59">
            <a:extLst>
              <a:ext uri="{FF2B5EF4-FFF2-40B4-BE49-F238E27FC236}">
                <a16:creationId xmlns:a16="http://schemas.microsoft.com/office/drawing/2014/main" id="{BB4C24BC-0649-4D35-A63B-8C4757EA4371}"/>
              </a:ext>
            </a:extLst>
          </p:cNvPr>
          <p:cNvSpPr/>
          <p:nvPr/>
        </p:nvSpPr>
        <p:spPr>
          <a:xfrm>
            <a:off x="6809775" y="4793986"/>
            <a:ext cx="144016" cy="144016"/>
          </a:xfrm>
          <a:prstGeom prst="ellipse">
            <a:avLst/>
          </a:prstGeom>
          <a:solidFill>
            <a:srgbClr val="3333FF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63" name="吹き出し: 四角形 62">
            <a:extLst>
              <a:ext uri="{FF2B5EF4-FFF2-40B4-BE49-F238E27FC236}">
                <a16:creationId xmlns:a16="http://schemas.microsoft.com/office/drawing/2014/main" id="{EF19F7E4-4AE0-4B1A-B6F4-91DB0B06399A}"/>
              </a:ext>
            </a:extLst>
          </p:cNvPr>
          <p:cNvSpPr/>
          <p:nvPr/>
        </p:nvSpPr>
        <p:spPr>
          <a:xfrm>
            <a:off x="7594006" y="2803301"/>
            <a:ext cx="600711" cy="156599"/>
          </a:xfrm>
          <a:prstGeom prst="wedgeRectCallout">
            <a:avLst>
              <a:gd name="adj1" fmla="val -51093"/>
              <a:gd name="adj2" fmla="val 151887"/>
            </a:avLst>
          </a:prstGeom>
          <a:solidFill>
            <a:srgbClr val="FFFF00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700" dirty="0">
                <a:latin typeface="Meiryo UI" panose="020B0604030504040204" pitchFamily="50" charset="-128"/>
                <a:ea typeface="Meiryo UI" panose="020B0604030504040204" pitchFamily="50" charset="-128"/>
              </a:rPr>
              <a:t>3[m]</a:t>
            </a:r>
            <a:r>
              <a:rPr kumimoji="1" lang="ja-JP" altLang="en-US" sz="700" dirty="0">
                <a:latin typeface="Meiryo UI" panose="020B0604030504040204" pitchFamily="50" charset="-128"/>
                <a:ea typeface="Meiryo UI" panose="020B0604030504040204" pitchFamily="50" charset="-128"/>
              </a:rPr>
              <a:t>延長</a:t>
            </a:r>
          </a:p>
        </p:txBody>
      </p:sp>
      <p:sp>
        <p:nvSpPr>
          <p:cNvPr id="64" name="吹き出し: 四角形 63">
            <a:extLst>
              <a:ext uri="{FF2B5EF4-FFF2-40B4-BE49-F238E27FC236}">
                <a16:creationId xmlns:a16="http://schemas.microsoft.com/office/drawing/2014/main" id="{CF107A10-F2A3-4DCE-B50A-9FDC413D162C}"/>
              </a:ext>
            </a:extLst>
          </p:cNvPr>
          <p:cNvSpPr/>
          <p:nvPr/>
        </p:nvSpPr>
        <p:spPr>
          <a:xfrm>
            <a:off x="1187184" y="2340106"/>
            <a:ext cx="600711" cy="156599"/>
          </a:xfrm>
          <a:prstGeom prst="wedgeRectCallout">
            <a:avLst>
              <a:gd name="adj1" fmla="val 47230"/>
              <a:gd name="adj2" fmla="val 162601"/>
            </a:avLst>
          </a:prstGeom>
          <a:solidFill>
            <a:srgbClr val="FFFF00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700" dirty="0">
                <a:latin typeface="Meiryo UI" panose="020B0604030504040204" pitchFamily="50" charset="-128"/>
                <a:ea typeface="Meiryo UI" panose="020B0604030504040204" pitchFamily="50" charset="-128"/>
              </a:rPr>
              <a:t>3[m]</a:t>
            </a:r>
            <a:r>
              <a:rPr kumimoji="1" lang="ja-JP" altLang="en-US" sz="700" dirty="0">
                <a:latin typeface="Meiryo UI" panose="020B0604030504040204" pitchFamily="50" charset="-128"/>
                <a:ea typeface="Meiryo UI" panose="020B0604030504040204" pitchFamily="50" charset="-128"/>
              </a:rPr>
              <a:t>延長</a:t>
            </a:r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96B3F3B2-9B77-4482-AD49-CCC437A454A0}"/>
              </a:ext>
            </a:extLst>
          </p:cNvPr>
          <p:cNvSpPr/>
          <p:nvPr/>
        </p:nvSpPr>
        <p:spPr>
          <a:xfrm>
            <a:off x="8049344" y="832337"/>
            <a:ext cx="1531669" cy="53600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8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LAN</a:t>
            </a:r>
            <a:r>
              <a:rPr lang="ja-JP" altLang="en-US" sz="18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必要</a:t>
            </a:r>
            <a:endParaRPr kumimoji="1" lang="en-US" altLang="ja-JP" sz="1800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18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（２ポート）</a:t>
            </a:r>
            <a:endParaRPr kumimoji="1" lang="en-US" altLang="ja-JP" sz="1800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フリーフォーム: 図形 2">
            <a:extLst>
              <a:ext uri="{FF2B5EF4-FFF2-40B4-BE49-F238E27FC236}">
                <a16:creationId xmlns:a16="http://schemas.microsoft.com/office/drawing/2014/main" id="{8065793F-6F1E-4150-B4C1-BF3B6693B337}"/>
              </a:ext>
            </a:extLst>
          </p:cNvPr>
          <p:cNvSpPr/>
          <p:nvPr/>
        </p:nvSpPr>
        <p:spPr>
          <a:xfrm>
            <a:off x="3870419" y="1628775"/>
            <a:ext cx="120556" cy="428625"/>
          </a:xfrm>
          <a:custGeom>
            <a:avLst/>
            <a:gdLst>
              <a:gd name="connsiteX0" fmla="*/ 72931 w 120556"/>
              <a:gd name="connsiteY0" fmla="*/ 428625 h 428625"/>
              <a:gd name="connsiteX1" fmla="*/ 6256 w 120556"/>
              <a:gd name="connsiteY1" fmla="*/ 209550 h 428625"/>
              <a:gd name="connsiteX2" fmla="*/ 15781 w 120556"/>
              <a:gd name="connsiteY2" fmla="*/ 95250 h 428625"/>
              <a:gd name="connsiteX3" fmla="*/ 120556 w 120556"/>
              <a:gd name="connsiteY3" fmla="*/ 0 h 42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0556" h="428625">
                <a:moveTo>
                  <a:pt x="72931" y="428625"/>
                </a:moveTo>
                <a:cubicBezTo>
                  <a:pt x="44356" y="346868"/>
                  <a:pt x="15781" y="265112"/>
                  <a:pt x="6256" y="209550"/>
                </a:cubicBezTo>
                <a:cubicBezTo>
                  <a:pt x="-3269" y="153988"/>
                  <a:pt x="-3269" y="130175"/>
                  <a:pt x="15781" y="95250"/>
                </a:cubicBezTo>
                <a:cubicBezTo>
                  <a:pt x="34831" y="60325"/>
                  <a:pt x="77693" y="30162"/>
                  <a:pt x="120556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フリーフォーム: 図形 4">
            <a:extLst>
              <a:ext uri="{FF2B5EF4-FFF2-40B4-BE49-F238E27FC236}">
                <a16:creationId xmlns:a16="http://schemas.microsoft.com/office/drawing/2014/main" id="{41294C0F-CA2B-4FF0-981C-F44E9C5B201B}"/>
              </a:ext>
            </a:extLst>
          </p:cNvPr>
          <p:cNvSpPr/>
          <p:nvPr/>
        </p:nvSpPr>
        <p:spPr>
          <a:xfrm>
            <a:off x="2000250" y="3584507"/>
            <a:ext cx="361950" cy="82618"/>
          </a:xfrm>
          <a:custGeom>
            <a:avLst/>
            <a:gdLst>
              <a:gd name="connsiteX0" fmla="*/ 0 w 361950"/>
              <a:gd name="connsiteY0" fmla="*/ 25468 h 82618"/>
              <a:gd name="connsiteX1" fmla="*/ 190500 w 361950"/>
              <a:gd name="connsiteY1" fmla="*/ 6418 h 82618"/>
              <a:gd name="connsiteX2" fmla="*/ 295275 w 361950"/>
              <a:gd name="connsiteY2" fmla="*/ 6418 h 82618"/>
              <a:gd name="connsiteX3" fmla="*/ 361950 w 361950"/>
              <a:gd name="connsiteY3" fmla="*/ 82618 h 8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1950" h="82618">
                <a:moveTo>
                  <a:pt x="0" y="25468"/>
                </a:moveTo>
                <a:cubicBezTo>
                  <a:pt x="70644" y="17530"/>
                  <a:pt x="141288" y="9593"/>
                  <a:pt x="190500" y="6418"/>
                </a:cubicBezTo>
                <a:cubicBezTo>
                  <a:pt x="239712" y="3243"/>
                  <a:pt x="266700" y="-6282"/>
                  <a:pt x="295275" y="6418"/>
                </a:cubicBezTo>
                <a:cubicBezTo>
                  <a:pt x="323850" y="19118"/>
                  <a:pt x="342900" y="50868"/>
                  <a:pt x="361950" y="82618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フリーフォーム: 図形 5">
            <a:extLst>
              <a:ext uri="{FF2B5EF4-FFF2-40B4-BE49-F238E27FC236}">
                <a16:creationId xmlns:a16="http://schemas.microsoft.com/office/drawing/2014/main" id="{A7897D7B-A2CC-4EFC-A70D-E8AE7F946E89}"/>
              </a:ext>
            </a:extLst>
          </p:cNvPr>
          <p:cNvSpPr/>
          <p:nvPr/>
        </p:nvSpPr>
        <p:spPr>
          <a:xfrm>
            <a:off x="1822451" y="1617102"/>
            <a:ext cx="496432" cy="2088123"/>
          </a:xfrm>
          <a:custGeom>
            <a:avLst/>
            <a:gdLst>
              <a:gd name="connsiteX0" fmla="*/ 92074 w 496432"/>
              <a:gd name="connsiteY0" fmla="*/ 2088123 h 2088123"/>
              <a:gd name="connsiteX1" fmla="*/ 6349 w 496432"/>
              <a:gd name="connsiteY1" fmla="*/ 1916673 h 2088123"/>
              <a:gd name="connsiteX2" fmla="*/ 6349 w 496432"/>
              <a:gd name="connsiteY2" fmla="*/ 1430898 h 2088123"/>
              <a:gd name="connsiteX3" fmla="*/ 6349 w 496432"/>
              <a:gd name="connsiteY3" fmla="*/ 192648 h 2088123"/>
              <a:gd name="connsiteX4" fmla="*/ 15874 w 496432"/>
              <a:gd name="connsiteY4" fmla="*/ 30723 h 2088123"/>
              <a:gd name="connsiteX5" fmla="*/ 63499 w 496432"/>
              <a:gd name="connsiteY5" fmla="*/ 2148 h 2088123"/>
              <a:gd name="connsiteX6" fmla="*/ 434974 w 496432"/>
              <a:gd name="connsiteY6" fmla="*/ 11673 h 2088123"/>
              <a:gd name="connsiteX7" fmla="*/ 492124 w 496432"/>
              <a:gd name="connsiteY7" fmla="*/ 87873 h 2088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96432" h="2088123">
                <a:moveTo>
                  <a:pt x="92074" y="2088123"/>
                </a:moveTo>
                <a:cubicBezTo>
                  <a:pt x="56355" y="2057166"/>
                  <a:pt x="20636" y="2026210"/>
                  <a:pt x="6349" y="1916673"/>
                </a:cubicBezTo>
                <a:cubicBezTo>
                  <a:pt x="-7938" y="1807136"/>
                  <a:pt x="6349" y="1430898"/>
                  <a:pt x="6349" y="1430898"/>
                </a:cubicBezTo>
                <a:cubicBezTo>
                  <a:pt x="6349" y="1143561"/>
                  <a:pt x="4762" y="426010"/>
                  <a:pt x="6349" y="192648"/>
                </a:cubicBezTo>
                <a:cubicBezTo>
                  <a:pt x="7936" y="-40714"/>
                  <a:pt x="6349" y="62473"/>
                  <a:pt x="15874" y="30723"/>
                </a:cubicBezTo>
                <a:cubicBezTo>
                  <a:pt x="25399" y="-1027"/>
                  <a:pt x="-6351" y="5323"/>
                  <a:pt x="63499" y="2148"/>
                </a:cubicBezTo>
                <a:cubicBezTo>
                  <a:pt x="133349" y="-1027"/>
                  <a:pt x="363537" y="-2615"/>
                  <a:pt x="434974" y="11673"/>
                </a:cubicBezTo>
                <a:cubicBezTo>
                  <a:pt x="506412" y="25960"/>
                  <a:pt x="499268" y="56916"/>
                  <a:pt x="492124" y="87873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フリーフォーム: 図形 7">
            <a:extLst>
              <a:ext uri="{FF2B5EF4-FFF2-40B4-BE49-F238E27FC236}">
                <a16:creationId xmlns:a16="http://schemas.microsoft.com/office/drawing/2014/main" id="{C019EED7-29AC-4F7D-AB14-2A784B812E46}"/>
              </a:ext>
            </a:extLst>
          </p:cNvPr>
          <p:cNvSpPr/>
          <p:nvPr/>
        </p:nvSpPr>
        <p:spPr>
          <a:xfrm>
            <a:off x="4895850" y="2276475"/>
            <a:ext cx="295275" cy="114300"/>
          </a:xfrm>
          <a:custGeom>
            <a:avLst/>
            <a:gdLst>
              <a:gd name="connsiteX0" fmla="*/ 0 w 295275"/>
              <a:gd name="connsiteY0" fmla="*/ 0 h 114300"/>
              <a:gd name="connsiteX1" fmla="*/ 200025 w 295275"/>
              <a:gd name="connsiteY1" fmla="*/ 57150 h 114300"/>
              <a:gd name="connsiteX2" fmla="*/ 295275 w 295275"/>
              <a:gd name="connsiteY2" fmla="*/ 11430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5275" h="114300">
                <a:moveTo>
                  <a:pt x="0" y="0"/>
                </a:moveTo>
                <a:cubicBezTo>
                  <a:pt x="75406" y="19050"/>
                  <a:pt x="150813" y="38100"/>
                  <a:pt x="200025" y="57150"/>
                </a:cubicBezTo>
                <a:cubicBezTo>
                  <a:pt x="249238" y="76200"/>
                  <a:pt x="272256" y="95250"/>
                  <a:pt x="295275" y="1143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フリーフォーム: 図形 8">
            <a:extLst>
              <a:ext uri="{FF2B5EF4-FFF2-40B4-BE49-F238E27FC236}">
                <a16:creationId xmlns:a16="http://schemas.microsoft.com/office/drawing/2014/main" id="{56BC6414-CE27-42E0-9906-BB43ADE836F8}"/>
              </a:ext>
            </a:extLst>
          </p:cNvPr>
          <p:cNvSpPr/>
          <p:nvPr/>
        </p:nvSpPr>
        <p:spPr>
          <a:xfrm>
            <a:off x="4438650" y="2314575"/>
            <a:ext cx="295275" cy="95250"/>
          </a:xfrm>
          <a:custGeom>
            <a:avLst/>
            <a:gdLst>
              <a:gd name="connsiteX0" fmla="*/ 295275 w 295275"/>
              <a:gd name="connsiteY0" fmla="*/ 0 h 95250"/>
              <a:gd name="connsiteX1" fmla="*/ 190500 w 295275"/>
              <a:gd name="connsiteY1" fmla="*/ 9525 h 95250"/>
              <a:gd name="connsiteX2" fmla="*/ 95250 w 295275"/>
              <a:gd name="connsiteY2" fmla="*/ 38100 h 95250"/>
              <a:gd name="connsiteX3" fmla="*/ 0 w 295275"/>
              <a:gd name="connsiteY3" fmla="*/ 95250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5275" h="95250">
                <a:moveTo>
                  <a:pt x="295275" y="0"/>
                </a:moveTo>
                <a:cubicBezTo>
                  <a:pt x="259556" y="1587"/>
                  <a:pt x="223837" y="3175"/>
                  <a:pt x="190500" y="9525"/>
                </a:cubicBezTo>
                <a:cubicBezTo>
                  <a:pt x="157162" y="15875"/>
                  <a:pt x="127000" y="23813"/>
                  <a:pt x="95250" y="38100"/>
                </a:cubicBezTo>
                <a:cubicBezTo>
                  <a:pt x="63500" y="52388"/>
                  <a:pt x="31750" y="73819"/>
                  <a:pt x="0" y="9525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フリーフォーム: 図形 10">
            <a:extLst>
              <a:ext uri="{FF2B5EF4-FFF2-40B4-BE49-F238E27FC236}">
                <a16:creationId xmlns:a16="http://schemas.microsoft.com/office/drawing/2014/main" id="{62795FC9-366A-4C0D-9DA3-29841F4E58E6}"/>
              </a:ext>
            </a:extLst>
          </p:cNvPr>
          <p:cNvSpPr/>
          <p:nvPr/>
        </p:nvSpPr>
        <p:spPr>
          <a:xfrm>
            <a:off x="3933825" y="3181350"/>
            <a:ext cx="161925" cy="190500"/>
          </a:xfrm>
          <a:custGeom>
            <a:avLst/>
            <a:gdLst>
              <a:gd name="connsiteX0" fmla="*/ 0 w 161925"/>
              <a:gd name="connsiteY0" fmla="*/ 190500 h 190500"/>
              <a:gd name="connsiteX1" fmla="*/ 38100 w 161925"/>
              <a:gd name="connsiteY1" fmla="*/ 85725 h 190500"/>
              <a:gd name="connsiteX2" fmla="*/ 161925 w 161925"/>
              <a:gd name="connsiteY2" fmla="*/ 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1925" h="190500">
                <a:moveTo>
                  <a:pt x="0" y="190500"/>
                </a:moveTo>
                <a:cubicBezTo>
                  <a:pt x="5556" y="153987"/>
                  <a:pt x="11113" y="117475"/>
                  <a:pt x="38100" y="85725"/>
                </a:cubicBezTo>
                <a:cubicBezTo>
                  <a:pt x="65087" y="53975"/>
                  <a:pt x="113506" y="26987"/>
                  <a:pt x="161925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フリーフォーム: 図形 11">
            <a:extLst>
              <a:ext uri="{FF2B5EF4-FFF2-40B4-BE49-F238E27FC236}">
                <a16:creationId xmlns:a16="http://schemas.microsoft.com/office/drawing/2014/main" id="{8DBBDF48-1402-4389-A146-49131776E3C8}"/>
              </a:ext>
            </a:extLst>
          </p:cNvPr>
          <p:cNvSpPr/>
          <p:nvPr/>
        </p:nvSpPr>
        <p:spPr>
          <a:xfrm>
            <a:off x="3936934" y="3514725"/>
            <a:ext cx="149291" cy="323850"/>
          </a:xfrm>
          <a:custGeom>
            <a:avLst/>
            <a:gdLst>
              <a:gd name="connsiteX0" fmla="*/ 6416 w 149291"/>
              <a:gd name="connsiteY0" fmla="*/ 0 h 323850"/>
              <a:gd name="connsiteX1" fmla="*/ 6416 w 149291"/>
              <a:gd name="connsiteY1" fmla="*/ 161925 h 323850"/>
              <a:gd name="connsiteX2" fmla="*/ 73091 w 149291"/>
              <a:gd name="connsiteY2" fmla="*/ 266700 h 323850"/>
              <a:gd name="connsiteX3" fmla="*/ 149291 w 149291"/>
              <a:gd name="connsiteY3" fmla="*/ 323850 h 323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9291" h="323850">
                <a:moveTo>
                  <a:pt x="6416" y="0"/>
                </a:moveTo>
                <a:cubicBezTo>
                  <a:pt x="859" y="58737"/>
                  <a:pt x="-4697" y="117475"/>
                  <a:pt x="6416" y="161925"/>
                </a:cubicBezTo>
                <a:cubicBezTo>
                  <a:pt x="17529" y="206375"/>
                  <a:pt x="49279" y="239713"/>
                  <a:pt x="73091" y="266700"/>
                </a:cubicBezTo>
                <a:cubicBezTo>
                  <a:pt x="96903" y="293687"/>
                  <a:pt x="123097" y="308768"/>
                  <a:pt x="149291" y="32385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フリーフォーム: 図形 12">
            <a:extLst>
              <a:ext uri="{FF2B5EF4-FFF2-40B4-BE49-F238E27FC236}">
                <a16:creationId xmlns:a16="http://schemas.microsoft.com/office/drawing/2014/main" id="{525C1E54-F3F0-4D51-A94B-74AFC9A9BC4A}"/>
              </a:ext>
            </a:extLst>
          </p:cNvPr>
          <p:cNvSpPr/>
          <p:nvPr/>
        </p:nvSpPr>
        <p:spPr>
          <a:xfrm>
            <a:off x="3997908" y="4305300"/>
            <a:ext cx="97842" cy="238125"/>
          </a:xfrm>
          <a:custGeom>
            <a:avLst/>
            <a:gdLst>
              <a:gd name="connsiteX0" fmla="*/ 2592 w 97842"/>
              <a:gd name="connsiteY0" fmla="*/ 238125 h 238125"/>
              <a:gd name="connsiteX1" fmla="*/ 12117 w 97842"/>
              <a:gd name="connsiteY1" fmla="*/ 85725 h 238125"/>
              <a:gd name="connsiteX2" fmla="*/ 97842 w 97842"/>
              <a:gd name="connsiteY2" fmla="*/ 0 h 238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842" h="238125">
                <a:moveTo>
                  <a:pt x="2592" y="238125"/>
                </a:moveTo>
                <a:cubicBezTo>
                  <a:pt x="-583" y="181768"/>
                  <a:pt x="-3758" y="125412"/>
                  <a:pt x="12117" y="85725"/>
                </a:cubicBezTo>
                <a:cubicBezTo>
                  <a:pt x="27992" y="46038"/>
                  <a:pt x="62917" y="23019"/>
                  <a:pt x="97842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フリーフォーム: 図形 13">
            <a:extLst>
              <a:ext uri="{FF2B5EF4-FFF2-40B4-BE49-F238E27FC236}">
                <a16:creationId xmlns:a16="http://schemas.microsoft.com/office/drawing/2014/main" id="{CF269FA1-F116-463C-B1C9-6A5A1BAA6A17}"/>
              </a:ext>
            </a:extLst>
          </p:cNvPr>
          <p:cNvSpPr/>
          <p:nvPr/>
        </p:nvSpPr>
        <p:spPr>
          <a:xfrm>
            <a:off x="3981450" y="4695825"/>
            <a:ext cx="123825" cy="266700"/>
          </a:xfrm>
          <a:custGeom>
            <a:avLst/>
            <a:gdLst>
              <a:gd name="connsiteX0" fmla="*/ 0 w 123825"/>
              <a:gd name="connsiteY0" fmla="*/ 0 h 266700"/>
              <a:gd name="connsiteX1" fmla="*/ 28575 w 123825"/>
              <a:gd name="connsiteY1" fmla="*/ 171450 h 266700"/>
              <a:gd name="connsiteX2" fmla="*/ 95250 w 123825"/>
              <a:gd name="connsiteY2" fmla="*/ 238125 h 266700"/>
              <a:gd name="connsiteX3" fmla="*/ 123825 w 123825"/>
              <a:gd name="connsiteY3" fmla="*/ 266700 h 26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3825" h="266700">
                <a:moveTo>
                  <a:pt x="0" y="0"/>
                </a:moveTo>
                <a:cubicBezTo>
                  <a:pt x="6350" y="65881"/>
                  <a:pt x="12700" y="131763"/>
                  <a:pt x="28575" y="171450"/>
                </a:cubicBezTo>
                <a:cubicBezTo>
                  <a:pt x="44450" y="211137"/>
                  <a:pt x="95250" y="238125"/>
                  <a:pt x="95250" y="238125"/>
                </a:cubicBezTo>
                <a:lnTo>
                  <a:pt x="123825" y="266700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フリーフォーム: 図形 14">
            <a:extLst>
              <a:ext uri="{FF2B5EF4-FFF2-40B4-BE49-F238E27FC236}">
                <a16:creationId xmlns:a16="http://schemas.microsoft.com/office/drawing/2014/main" id="{7A389B8E-545B-4B21-B847-BCCB2AA0D510}"/>
              </a:ext>
            </a:extLst>
          </p:cNvPr>
          <p:cNvSpPr/>
          <p:nvPr/>
        </p:nvSpPr>
        <p:spPr>
          <a:xfrm>
            <a:off x="5534025" y="3095625"/>
            <a:ext cx="85725" cy="257175"/>
          </a:xfrm>
          <a:custGeom>
            <a:avLst/>
            <a:gdLst>
              <a:gd name="connsiteX0" fmla="*/ 85725 w 85725"/>
              <a:gd name="connsiteY0" fmla="*/ 257175 h 257175"/>
              <a:gd name="connsiteX1" fmla="*/ 66675 w 85725"/>
              <a:gd name="connsiteY1" fmla="*/ 76200 h 257175"/>
              <a:gd name="connsiteX2" fmla="*/ 0 w 85725"/>
              <a:gd name="connsiteY2" fmla="*/ 0 h 257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725" h="257175">
                <a:moveTo>
                  <a:pt x="85725" y="257175"/>
                </a:moveTo>
                <a:cubicBezTo>
                  <a:pt x="83343" y="188118"/>
                  <a:pt x="80962" y="119062"/>
                  <a:pt x="66675" y="76200"/>
                </a:cubicBezTo>
                <a:cubicBezTo>
                  <a:pt x="52388" y="33338"/>
                  <a:pt x="26194" y="16669"/>
                  <a:pt x="0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フリーフォーム: 図形 15">
            <a:extLst>
              <a:ext uri="{FF2B5EF4-FFF2-40B4-BE49-F238E27FC236}">
                <a16:creationId xmlns:a16="http://schemas.microsoft.com/office/drawing/2014/main" id="{E6E3A9D5-4F1D-4C23-9915-3618E93279E9}"/>
              </a:ext>
            </a:extLst>
          </p:cNvPr>
          <p:cNvSpPr/>
          <p:nvPr/>
        </p:nvSpPr>
        <p:spPr>
          <a:xfrm>
            <a:off x="5553075" y="3486150"/>
            <a:ext cx="87524" cy="314325"/>
          </a:xfrm>
          <a:custGeom>
            <a:avLst/>
            <a:gdLst>
              <a:gd name="connsiteX0" fmla="*/ 85725 w 87524"/>
              <a:gd name="connsiteY0" fmla="*/ 0 h 314325"/>
              <a:gd name="connsiteX1" fmla="*/ 76200 w 87524"/>
              <a:gd name="connsiteY1" fmla="*/ 219075 h 314325"/>
              <a:gd name="connsiteX2" fmla="*/ 0 w 87524"/>
              <a:gd name="connsiteY2" fmla="*/ 314325 h 314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524" h="314325">
                <a:moveTo>
                  <a:pt x="85725" y="0"/>
                </a:moveTo>
                <a:cubicBezTo>
                  <a:pt x="88106" y="83344"/>
                  <a:pt x="90487" y="166688"/>
                  <a:pt x="76200" y="219075"/>
                </a:cubicBezTo>
                <a:cubicBezTo>
                  <a:pt x="61913" y="271462"/>
                  <a:pt x="30956" y="292893"/>
                  <a:pt x="0" y="314325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フリーフォーム: 図形 16">
            <a:extLst>
              <a:ext uri="{FF2B5EF4-FFF2-40B4-BE49-F238E27FC236}">
                <a16:creationId xmlns:a16="http://schemas.microsoft.com/office/drawing/2014/main" id="{1CA61AD1-944F-4052-B738-63616A0E5C01}"/>
              </a:ext>
            </a:extLst>
          </p:cNvPr>
          <p:cNvSpPr/>
          <p:nvPr/>
        </p:nvSpPr>
        <p:spPr>
          <a:xfrm>
            <a:off x="5524500" y="4257675"/>
            <a:ext cx="129324" cy="304800"/>
          </a:xfrm>
          <a:custGeom>
            <a:avLst/>
            <a:gdLst>
              <a:gd name="connsiteX0" fmla="*/ 123825 w 129324"/>
              <a:gd name="connsiteY0" fmla="*/ 304800 h 304800"/>
              <a:gd name="connsiteX1" fmla="*/ 123825 w 129324"/>
              <a:gd name="connsiteY1" fmla="*/ 152400 h 304800"/>
              <a:gd name="connsiteX2" fmla="*/ 66675 w 129324"/>
              <a:gd name="connsiteY2" fmla="*/ 28575 h 304800"/>
              <a:gd name="connsiteX3" fmla="*/ 0 w 129324"/>
              <a:gd name="connsiteY3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4" h="304800">
                <a:moveTo>
                  <a:pt x="123825" y="304800"/>
                </a:moveTo>
                <a:cubicBezTo>
                  <a:pt x="128587" y="251618"/>
                  <a:pt x="133350" y="198437"/>
                  <a:pt x="123825" y="152400"/>
                </a:cubicBezTo>
                <a:cubicBezTo>
                  <a:pt x="114300" y="106362"/>
                  <a:pt x="87313" y="53975"/>
                  <a:pt x="66675" y="28575"/>
                </a:cubicBezTo>
                <a:cubicBezTo>
                  <a:pt x="46037" y="3175"/>
                  <a:pt x="23018" y="1587"/>
                  <a:pt x="0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フリーフォーム: 図形 17">
            <a:extLst>
              <a:ext uri="{FF2B5EF4-FFF2-40B4-BE49-F238E27FC236}">
                <a16:creationId xmlns:a16="http://schemas.microsoft.com/office/drawing/2014/main" id="{2E6FDDE2-2A3E-479F-BBE4-0B42270AE376}"/>
              </a:ext>
            </a:extLst>
          </p:cNvPr>
          <p:cNvSpPr/>
          <p:nvPr/>
        </p:nvSpPr>
        <p:spPr>
          <a:xfrm>
            <a:off x="5514975" y="4705350"/>
            <a:ext cx="143284" cy="257175"/>
          </a:xfrm>
          <a:custGeom>
            <a:avLst/>
            <a:gdLst>
              <a:gd name="connsiteX0" fmla="*/ 142875 w 143284"/>
              <a:gd name="connsiteY0" fmla="*/ 0 h 257175"/>
              <a:gd name="connsiteX1" fmla="*/ 133350 w 143284"/>
              <a:gd name="connsiteY1" fmla="*/ 123825 h 257175"/>
              <a:gd name="connsiteX2" fmla="*/ 76200 w 143284"/>
              <a:gd name="connsiteY2" fmla="*/ 228600 h 257175"/>
              <a:gd name="connsiteX3" fmla="*/ 0 w 143284"/>
              <a:gd name="connsiteY3" fmla="*/ 257175 h 257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3284" h="257175">
                <a:moveTo>
                  <a:pt x="142875" y="0"/>
                </a:moveTo>
                <a:cubicBezTo>
                  <a:pt x="143668" y="42862"/>
                  <a:pt x="144462" y="85725"/>
                  <a:pt x="133350" y="123825"/>
                </a:cubicBezTo>
                <a:cubicBezTo>
                  <a:pt x="122238" y="161925"/>
                  <a:pt x="98425" y="206375"/>
                  <a:pt x="76200" y="228600"/>
                </a:cubicBezTo>
                <a:cubicBezTo>
                  <a:pt x="53975" y="250825"/>
                  <a:pt x="26987" y="254000"/>
                  <a:pt x="0" y="257175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フリーフォーム: 図形 18">
            <a:extLst>
              <a:ext uri="{FF2B5EF4-FFF2-40B4-BE49-F238E27FC236}">
                <a16:creationId xmlns:a16="http://schemas.microsoft.com/office/drawing/2014/main" id="{91CCC552-7BBB-4830-923E-D5396DE8A827}"/>
              </a:ext>
            </a:extLst>
          </p:cNvPr>
          <p:cNvSpPr/>
          <p:nvPr/>
        </p:nvSpPr>
        <p:spPr>
          <a:xfrm>
            <a:off x="6838950" y="1809750"/>
            <a:ext cx="133350" cy="257175"/>
          </a:xfrm>
          <a:custGeom>
            <a:avLst/>
            <a:gdLst>
              <a:gd name="connsiteX0" fmla="*/ 0 w 133350"/>
              <a:gd name="connsiteY0" fmla="*/ 257175 h 257175"/>
              <a:gd name="connsiteX1" fmla="*/ 38100 w 133350"/>
              <a:gd name="connsiteY1" fmla="*/ 76200 h 257175"/>
              <a:gd name="connsiteX2" fmla="*/ 133350 w 133350"/>
              <a:gd name="connsiteY2" fmla="*/ 0 h 257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3350" h="257175">
                <a:moveTo>
                  <a:pt x="0" y="257175"/>
                </a:moveTo>
                <a:cubicBezTo>
                  <a:pt x="7937" y="188118"/>
                  <a:pt x="15875" y="119062"/>
                  <a:pt x="38100" y="76200"/>
                </a:cubicBezTo>
                <a:cubicBezTo>
                  <a:pt x="60325" y="33338"/>
                  <a:pt x="96837" y="16669"/>
                  <a:pt x="133350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フリーフォーム: 図形 19">
            <a:extLst>
              <a:ext uri="{FF2B5EF4-FFF2-40B4-BE49-F238E27FC236}">
                <a16:creationId xmlns:a16="http://schemas.microsoft.com/office/drawing/2014/main" id="{63A69C7E-969C-42CE-89C4-0A05A3AD754A}"/>
              </a:ext>
            </a:extLst>
          </p:cNvPr>
          <p:cNvSpPr/>
          <p:nvPr/>
        </p:nvSpPr>
        <p:spPr>
          <a:xfrm>
            <a:off x="6837117" y="2190750"/>
            <a:ext cx="116133" cy="342900"/>
          </a:xfrm>
          <a:custGeom>
            <a:avLst/>
            <a:gdLst>
              <a:gd name="connsiteX0" fmla="*/ 1833 w 116133"/>
              <a:gd name="connsiteY0" fmla="*/ 0 h 342900"/>
              <a:gd name="connsiteX1" fmla="*/ 1833 w 116133"/>
              <a:gd name="connsiteY1" fmla="*/ 257175 h 342900"/>
              <a:gd name="connsiteX2" fmla="*/ 20883 w 116133"/>
              <a:gd name="connsiteY2" fmla="*/ 295275 h 342900"/>
              <a:gd name="connsiteX3" fmla="*/ 116133 w 116133"/>
              <a:gd name="connsiteY3" fmla="*/ 342900 h 34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133" h="342900">
                <a:moveTo>
                  <a:pt x="1833" y="0"/>
                </a:moveTo>
                <a:cubicBezTo>
                  <a:pt x="245" y="103981"/>
                  <a:pt x="-1342" y="207963"/>
                  <a:pt x="1833" y="257175"/>
                </a:cubicBezTo>
                <a:cubicBezTo>
                  <a:pt x="5008" y="306387"/>
                  <a:pt x="1833" y="280988"/>
                  <a:pt x="20883" y="295275"/>
                </a:cubicBezTo>
                <a:cubicBezTo>
                  <a:pt x="39933" y="309563"/>
                  <a:pt x="78033" y="326231"/>
                  <a:pt x="116133" y="3429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フリーフォーム: 図形 20">
            <a:extLst>
              <a:ext uri="{FF2B5EF4-FFF2-40B4-BE49-F238E27FC236}">
                <a16:creationId xmlns:a16="http://schemas.microsoft.com/office/drawing/2014/main" id="{2634B8D3-CF73-4CB7-AC4C-5E840C7F027B}"/>
              </a:ext>
            </a:extLst>
          </p:cNvPr>
          <p:cNvSpPr/>
          <p:nvPr/>
        </p:nvSpPr>
        <p:spPr>
          <a:xfrm>
            <a:off x="6848475" y="3876675"/>
            <a:ext cx="142875" cy="171450"/>
          </a:xfrm>
          <a:custGeom>
            <a:avLst/>
            <a:gdLst>
              <a:gd name="connsiteX0" fmla="*/ 0 w 142875"/>
              <a:gd name="connsiteY0" fmla="*/ 0 h 171450"/>
              <a:gd name="connsiteX1" fmla="*/ 38100 w 142875"/>
              <a:gd name="connsiteY1" fmla="*/ 104775 h 171450"/>
              <a:gd name="connsiteX2" fmla="*/ 142875 w 142875"/>
              <a:gd name="connsiteY2" fmla="*/ 171450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2875" h="171450">
                <a:moveTo>
                  <a:pt x="0" y="0"/>
                </a:moveTo>
                <a:cubicBezTo>
                  <a:pt x="7144" y="38100"/>
                  <a:pt x="14288" y="76200"/>
                  <a:pt x="38100" y="104775"/>
                </a:cubicBezTo>
                <a:cubicBezTo>
                  <a:pt x="61912" y="133350"/>
                  <a:pt x="102393" y="152400"/>
                  <a:pt x="142875" y="17145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フリーフォーム: 図形 21">
            <a:extLst>
              <a:ext uri="{FF2B5EF4-FFF2-40B4-BE49-F238E27FC236}">
                <a16:creationId xmlns:a16="http://schemas.microsoft.com/office/drawing/2014/main" id="{DEA92455-370A-4E70-9736-2E7E9805F561}"/>
              </a:ext>
            </a:extLst>
          </p:cNvPr>
          <p:cNvSpPr/>
          <p:nvPr/>
        </p:nvSpPr>
        <p:spPr>
          <a:xfrm>
            <a:off x="6838950" y="3086100"/>
            <a:ext cx="755056" cy="647700"/>
          </a:xfrm>
          <a:custGeom>
            <a:avLst/>
            <a:gdLst>
              <a:gd name="connsiteX0" fmla="*/ 0 w 874022"/>
              <a:gd name="connsiteY0" fmla="*/ 647700 h 647700"/>
              <a:gd name="connsiteX1" fmla="*/ 85725 w 874022"/>
              <a:gd name="connsiteY1" fmla="*/ 581025 h 647700"/>
              <a:gd name="connsiteX2" fmla="*/ 400050 w 874022"/>
              <a:gd name="connsiteY2" fmla="*/ 581025 h 647700"/>
              <a:gd name="connsiteX3" fmla="*/ 685800 w 874022"/>
              <a:gd name="connsiteY3" fmla="*/ 561975 h 647700"/>
              <a:gd name="connsiteX4" fmla="*/ 838200 w 874022"/>
              <a:gd name="connsiteY4" fmla="*/ 485775 h 647700"/>
              <a:gd name="connsiteX5" fmla="*/ 866775 w 874022"/>
              <a:gd name="connsiteY5" fmla="*/ 133350 h 647700"/>
              <a:gd name="connsiteX6" fmla="*/ 733425 w 874022"/>
              <a:gd name="connsiteY6" fmla="*/ 0 h 64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4022" h="647700">
                <a:moveTo>
                  <a:pt x="0" y="647700"/>
                </a:moveTo>
                <a:cubicBezTo>
                  <a:pt x="9525" y="619918"/>
                  <a:pt x="19050" y="592137"/>
                  <a:pt x="85725" y="581025"/>
                </a:cubicBezTo>
                <a:cubicBezTo>
                  <a:pt x="152400" y="569912"/>
                  <a:pt x="300038" y="584200"/>
                  <a:pt x="400050" y="581025"/>
                </a:cubicBezTo>
                <a:cubicBezTo>
                  <a:pt x="500062" y="577850"/>
                  <a:pt x="612775" y="577850"/>
                  <a:pt x="685800" y="561975"/>
                </a:cubicBezTo>
                <a:cubicBezTo>
                  <a:pt x="758825" y="546100"/>
                  <a:pt x="808038" y="557212"/>
                  <a:pt x="838200" y="485775"/>
                </a:cubicBezTo>
                <a:cubicBezTo>
                  <a:pt x="868363" y="414337"/>
                  <a:pt x="884237" y="214312"/>
                  <a:pt x="866775" y="133350"/>
                </a:cubicBezTo>
                <a:cubicBezTo>
                  <a:pt x="849313" y="52388"/>
                  <a:pt x="791369" y="26194"/>
                  <a:pt x="733425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フリーフォーム: 図形 22">
            <a:extLst>
              <a:ext uri="{FF2B5EF4-FFF2-40B4-BE49-F238E27FC236}">
                <a16:creationId xmlns:a16="http://schemas.microsoft.com/office/drawing/2014/main" id="{242AB76E-0D8F-4CA0-B186-95D7EC458985}"/>
              </a:ext>
            </a:extLst>
          </p:cNvPr>
          <p:cNvSpPr/>
          <p:nvPr/>
        </p:nvSpPr>
        <p:spPr>
          <a:xfrm>
            <a:off x="6867525" y="4581525"/>
            <a:ext cx="104775" cy="200025"/>
          </a:xfrm>
          <a:custGeom>
            <a:avLst/>
            <a:gdLst>
              <a:gd name="connsiteX0" fmla="*/ 0 w 104775"/>
              <a:gd name="connsiteY0" fmla="*/ 200025 h 200025"/>
              <a:gd name="connsiteX1" fmla="*/ 19050 w 104775"/>
              <a:gd name="connsiteY1" fmla="*/ 66675 h 200025"/>
              <a:gd name="connsiteX2" fmla="*/ 104775 w 104775"/>
              <a:gd name="connsiteY2" fmla="*/ 0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4775" h="200025">
                <a:moveTo>
                  <a:pt x="0" y="200025"/>
                </a:moveTo>
                <a:cubicBezTo>
                  <a:pt x="794" y="150018"/>
                  <a:pt x="1588" y="100012"/>
                  <a:pt x="19050" y="66675"/>
                </a:cubicBezTo>
                <a:cubicBezTo>
                  <a:pt x="36512" y="33338"/>
                  <a:pt x="70643" y="16669"/>
                  <a:pt x="104775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フリーフォーム: 図形 65">
            <a:extLst>
              <a:ext uri="{FF2B5EF4-FFF2-40B4-BE49-F238E27FC236}">
                <a16:creationId xmlns:a16="http://schemas.microsoft.com/office/drawing/2014/main" id="{ADBDFC17-EC83-4013-AE60-0854EEE127F9}"/>
              </a:ext>
            </a:extLst>
          </p:cNvPr>
          <p:cNvSpPr/>
          <p:nvPr/>
        </p:nvSpPr>
        <p:spPr>
          <a:xfrm>
            <a:off x="6866052" y="4933950"/>
            <a:ext cx="125298" cy="333375"/>
          </a:xfrm>
          <a:custGeom>
            <a:avLst/>
            <a:gdLst>
              <a:gd name="connsiteX0" fmla="*/ 10998 w 125298"/>
              <a:gd name="connsiteY0" fmla="*/ 0 h 333375"/>
              <a:gd name="connsiteX1" fmla="*/ 10998 w 125298"/>
              <a:gd name="connsiteY1" fmla="*/ 209550 h 333375"/>
              <a:gd name="connsiteX2" fmla="*/ 125298 w 125298"/>
              <a:gd name="connsiteY2" fmla="*/ 333375 h 33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5298" h="333375">
                <a:moveTo>
                  <a:pt x="10998" y="0"/>
                </a:moveTo>
                <a:cubicBezTo>
                  <a:pt x="1473" y="76994"/>
                  <a:pt x="-8052" y="153988"/>
                  <a:pt x="10998" y="209550"/>
                </a:cubicBezTo>
                <a:cubicBezTo>
                  <a:pt x="30048" y="265113"/>
                  <a:pt x="77673" y="299244"/>
                  <a:pt x="125298" y="333375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楕円 61">
            <a:extLst>
              <a:ext uri="{FF2B5EF4-FFF2-40B4-BE49-F238E27FC236}">
                <a16:creationId xmlns:a16="http://schemas.microsoft.com/office/drawing/2014/main" id="{DE52422F-182A-4636-84F0-D475AF880402}"/>
              </a:ext>
            </a:extLst>
          </p:cNvPr>
          <p:cNvSpPr/>
          <p:nvPr/>
        </p:nvSpPr>
        <p:spPr>
          <a:xfrm>
            <a:off x="6768005" y="2051635"/>
            <a:ext cx="144016" cy="144016"/>
          </a:xfrm>
          <a:prstGeom prst="ellipse">
            <a:avLst/>
          </a:prstGeom>
          <a:solidFill>
            <a:srgbClr val="3333FF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61" name="楕円 60">
            <a:extLst>
              <a:ext uri="{FF2B5EF4-FFF2-40B4-BE49-F238E27FC236}">
                <a16:creationId xmlns:a16="http://schemas.microsoft.com/office/drawing/2014/main" id="{9BE98B11-61D3-4FB0-A2A2-4052B67F7FF8}"/>
              </a:ext>
            </a:extLst>
          </p:cNvPr>
          <p:cNvSpPr/>
          <p:nvPr/>
        </p:nvSpPr>
        <p:spPr>
          <a:xfrm>
            <a:off x="6768005" y="3726353"/>
            <a:ext cx="144016" cy="144016"/>
          </a:xfrm>
          <a:prstGeom prst="ellipse">
            <a:avLst/>
          </a:prstGeom>
          <a:solidFill>
            <a:srgbClr val="3333FF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57" name="楕円 56">
            <a:extLst>
              <a:ext uri="{FF2B5EF4-FFF2-40B4-BE49-F238E27FC236}">
                <a16:creationId xmlns:a16="http://schemas.microsoft.com/office/drawing/2014/main" id="{315FF596-06A4-4CC2-A523-E713EE5F7560}"/>
              </a:ext>
            </a:extLst>
          </p:cNvPr>
          <p:cNvSpPr/>
          <p:nvPr/>
        </p:nvSpPr>
        <p:spPr>
          <a:xfrm>
            <a:off x="5575394" y="4541322"/>
            <a:ext cx="144016" cy="144016"/>
          </a:xfrm>
          <a:prstGeom prst="ellipse">
            <a:avLst/>
          </a:prstGeom>
          <a:solidFill>
            <a:srgbClr val="3333FF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56" name="楕円 55">
            <a:extLst>
              <a:ext uri="{FF2B5EF4-FFF2-40B4-BE49-F238E27FC236}">
                <a16:creationId xmlns:a16="http://schemas.microsoft.com/office/drawing/2014/main" id="{5D01784E-B0EE-4E35-BE90-07361759F4F0}"/>
              </a:ext>
            </a:extLst>
          </p:cNvPr>
          <p:cNvSpPr/>
          <p:nvPr/>
        </p:nvSpPr>
        <p:spPr>
          <a:xfrm>
            <a:off x="5554969" y="3335783"/>
            <a:ext cx="144016" cy="144016"/>
          </a:xfrm>
          <a:prstGeom prst="ellipse">
            <a:avLst/>
          </a:prstGeom>
          <a:solidFill>
            <a:srgbClr val="3333FF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59" name="楕円 58">
            <a:extLst>
              <a:ext uri="{FF2B5EF4-FFF2-40B4-BE49-F238E27FC236}">
                <a16:creationId xmlns:a16="http://schemas.microsoft.com/office/drawing/2014/main" id="{80B43F98-5995-42A1-B75E-48FD07379EFA}"/>
              </a:ext>
            </a:extLst>
          </p:cNvPr>
          <p:cNvSpPr/>
          <p:nvPr/>
        </p:nvSpPr>
        <p:spPr>
          <a:xfrm>
            <a:off x="3877871" y="3359325"/>
            <a:ext cx="144016" cy="144016"/>
          </a:xfrm>
          <a:prstGeom prst="ellipse">
            <a:avLst/>
          </a:prstGeom>
          <a:solidFill>
            <a:srgbClr val="3333FF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58" name="楕円 57">
            <a:extLst>
              <a:ext uri="{FF2B5EF4-FFF2-40B4-BE49-F238E27FC236}">
                <a16:creationId xmlns:a16="http://schemas.microsoft.com/office/drawing/2014/main" id="{AA7D64A8-B8F2-4B2B-9786-76121AE1BF93}"/>
              </a:ext>
            </a:extLst>
          </p:cNvPr>
          <p:cNvSpPr/>
          <p:nvPr/>
        </p:nvSpPr>
        <p:spPr>
          <a:xfrm>
            <a:off x="3938048" y="4533628"/>
            <a:ext cx="144016" cy="144016"/>
          </a:xfrm>
          <a:prstGeom prst="ellipse">
            <a:avLst/>
          </a:prstGeom>
          <a:solidFill>
            <a:srgbClr val="3333FF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cxnSp>
        <p:nvCxnSpPr>
          <p:cNvPr id="83" name="直線コネクタ 82">
            <a:extLst>
              <a:ext uri="{FF2B5EF4-FFF2-40B4-BE49-F238E27FC236}">
                <a16:creationId xmlns:a16="http://schemas.microsoft.com/office/drawing/2014/main" id="{47F7EBE3-129F-469F-9006-FF30A8959B5C}"/>
              </a:ext>
            </a:extLst>
          </p:cNvPr>
          <p:cNvCxnSpPr>
            <a:cxnSpLocks/>
            <a:stCxn id="102" idx="1"/>
            <a:endCxn id="62" idx="5"/>
          </p:cNvCxnSpPr>
          <p:nvPr/>
        </p:nvCxnSpPr>
        <p:spPr>
          <a:xfrm flipH="1" flipV="1">
            <a:off x="6890930" y="2174560"/>
            <a:ext cx="347499" cy="128625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コネクタ 96">
            <a:extLst>
              <a:ext uri="{FF2B5EF4-FFF2-40B4-BE49-F238E27FC236}">
                <a16:creationId xmlns:a16="http://schemas.microsoft.com/office/drawing/2014/main" id="{0EFBE19E-61FF-4907-9059-479002B7CF16}"/>
              </a:ext>
            </a:extLst>
          </p:cNvPr>
          <p:cNvCxnSpPr>
            <a:cxnSpLocks/>
            <a:stCxn id="102" idx="1"/>
            <a:endCxn id="61" idx="7"/>
          </p:cNvCxnSpPr>
          <p:nvPr/>
        </p:nvCxnSpPr>
        <p:spPr>
          <a:xfrm flipH="1">
            <a:off x="6890930" y="3460812"/>
            <a:ext cx="347499" cy="28663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コネクタ 97">
            <a:extLst>
              <a:ext uri="{FF2B5EF4-FFF2-40B4-BE49-F238E27FC236}">
                <a16:creationId xmlns:a16="http://schemas.microsoft.com/office/drawing/2014/main" id="{61326463-6E76-4C7D-8F6C-34F7B5766AD2}"/>
              </a:ext>
            </a:extLst>
          </p:cNvPr>
          <p:cNvCxnSpPr>
            <a:cxnSpLocks/>
            <a:stCxn id="102" idx="1"/>
            <a:endCxn id="60" idx="7"/>
          </p:cNvCxnSpPr>
          <p:nvPr/>
        </p:nvCxnSpPr>
        <p:spPr>
          <a:xfrm flipH="1">
            <a:off x="6932700" y="3460812"/>
            <a:ext cx="305729" cy="135426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コネクタ 100">
            <a:extLst>
              <a:ext uri="{FF2B5EF4-FFF2-40B4-BE49-F238E27FC236}">
                <a16:creationId xmlns:a16="http://schemas.microsoft.com/office/drawing/2014/main" id="{3CD3D0D9-A5C5-4D30-899F-F3076D62037F}"/>
              </a:ext>
            </a:extLst>
          </p:cNvPr>
          <p:cNvCxnSpPr>
            <a:cxnSpLocks/>
            <a:stCxn id="102" idx="1"/>
            <a:endCxn id="56" idx="6"/>
          </p:cNvCxnSpPr>
          <p:nvPr/>
        </p:nvCxnSpPr>
        <p:spPr>
          <a:xfrm flipH="1" flipV="1">
            <a:off x="5698985" y="3407791"/>
            <a:ext cx="1539444" cy="5302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コネクタ 102">
            <a:extLst>
              <a:ext uri="{FF2B5EF4-FFF2-40B4-BE49-F238E27FC236}">
                <a16:creationId xmlns:a16="http://schemas.microsoft.com/office/drawing/2014/main" id="{A1B94B81-5C79-4CEF-A059-B8E5D7F33F03}"/>
              </a:ext>
            </a:extLst>
          </p:cNvPr>
          <p:cNvCxnSpPr>
            <a:cxnSpLocks/>
            <a:stCxn id="102" idx="1"/>
            <a:endCxn id="57" idx="6"/>
          </p:cNvCxnSpPr>
          <p:nvPr/>
        </p:nvCxnSpPr>
        <p:spPr>
          <a:xfrm flipH="1">
            <a:off x="5719410" y="3460812"/>
            <a:ext cx="1519019" cy="115251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コネクタ 103">
            <a:extLst>
              <a:ext uri="{FF2B5EF4-FFF2-40B4-BE49-F238E27FC236}">
                <a16:creationId xmlns:a16="http://schemas.microsoft.com/office/drawing/2014/main" id="{8809BEE5-9BF0-4F18-BCC0-43CB2906133A}"/>
              </a:ext>
            </a:extLst>
          </p:cNvPr>
          <p:cNvCxnSpPr>
            <a:cxnSpLocks/>
            <a:stCxn id="53" idx="7"/>
            <a:endCxn id="52" idx="3"/>
          </p:cNvCxnSpPr>
          <p:nvPr/>
        </p:nvCxnSpPr>
        <p:spPr>
          <a:xfrm flipV="1">
            <a:off x="2050960" y="3414685"/>
            <a:ext cx="168679" cy="23601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コネクタ 104">
            <a:extLst>
              <a:ext uri="{FF2B5EF4-FFF2-40B4-BE49-F238E27FC236}">
                <a16:creationId xmlns:a16="http://schemas.microsoft.com/office/drawing/2014/main" id="{FD6D744A-BBC4-429C-AAB8-2D0451017166}"/>
              </a:ext>
            </a:extLst>
          </p:cNvPr>
          <p:cNvCxnSpPr>
            <a:cxnSpLocks/>
            <a:stCxn id="59" idx="2"/>
            <a:endCxn id="52" idx="3"/>
          </p:cNvCxnSpPr>
          <p:nvPr/>
        </p:nvCxnSpPr>
        <p:spPr>
          <a:xfrm flipH="1" flipV="1">
            <a:off x="2219639" y="3414685"/>
            <a:ext cx="1658232" cy="1664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コネクタ 107">
            <a:extLst>
              <a:ext uri="{FF2B5EF4-FFF2-40B4-BE49-F238E27FC236}">
                <a16:creationId xmlns:a16="http://schemas.microsoft.com/office/drawing/2014/main" id="{8E627B5B-3F46-4F25-9D99-4003D1165FCB}"/>
              </a:ext>
            </a:extLst>
          </p:cNvPr>
          <p:cNvCxnSpPr>
            <a:cxnSpLocks/>
            <a:stCxn id="54" idx="2"/>
            <a:endCxn id="52" idx="3"/>
          </p:cNvCxnSpPr>
          <p:nvPr/>
        </p:nvCxnSpPr>
        <p:spPr>
          <a:xfrm flipH="1">
            <a:off x="2219639" y="2051635"/>
            <a:ext cx="1730240" cy="136305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コネクタ 110">
            <a:extLst>
              <a:ext uri="{FF2B5EF4-FFF2-40B4-BE49-F238E27FC236}">
                <a16:creationId xmlns:a16="http://schemas.microsoft.com/office/drawing/2014/main" id="{CDA9D54E-0BA6-4A99-8322-C70925516E72}"/>
              </a:ext>
            </a:extLst>
          </p:cNvPr>
          <p:cNvCxnSpPr>
            <a:cxnSpLocks/>
            <a:stCxn id="58" idx="2"/>
            <a:endCxn id="52" idx="3"/>
          </p:cNvCxnSpPr>
          <p:nvPr/>
        </p:nvCxnSpPr>
        <p:spPr>
          <a:xfrm flipH="1" flipV="1">
            <a:off x="2219639" y="3414685"/>
            <a:ext cx="1718409" cy="119095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線コネクタ 113">
            <a:extLst>
              <a:ext uri="{FF2B5EF4-FFF2-40B4-BE49-F238E27FC236}">
                <a16:creationId xmlns:a16="http://schemas.microsoft.com/office/drawing/2014/main" id="{A6F76292-2EE1-4B9A-8CDB-CE031C711620}"/>
              </a:ext>
            </a:extLst>
          </p:cNvPr>
          <p:cNvCxnSpPr>
            <a:cxnSpLocks/>
            <a:stCxn id="55" idx="1"/>
            <a:endCxn id="52" idx="3"/>
          </p:cNvCxnSpPr>
          <p:nvPr/>
        </p:nvCxnSpPr>
        <p:spPr>
          <a:xfrm flipH="1">
            <a:off x="2219639" y="2246146"/>
            <a:ext cx="2556673" cy="116853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コネクタ 114">
            <a:extLst>
              <a:ext uri="{FF2B5EF4-FFF2-40B4-BE49-F238E27FC236}">
                <a16:creationId xmlns:a16="http://schemas.microsoft.com/office/drawing/2014/main" id="{76FCA0B1-DA88-4083-A9A8-E4CFFE5670FE}"/>
              </a:ext>
            </a:extLst>
          </p:cNvPr>
          <p:cNvCxnSpPr>
            <a:cxnSpLocks/>
            <a:stCxn id="45" idx="0"/>
            <a:endCxn id="52" idx="3"/>
          </p:cNvCxnSpPr>
          <p:nvPr/>
        </p:nvCxnSpPr>
        <p:spPr>
          <a:xfrm flipH="1" flipV="1">
            <a:off x="2219639" y="3414685"/>
            <a:ext cx="1034375" cy="195516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コネクタ 119">
            <a:extLst>
              <a:ext uri="{FF2B5EF4-FFF2-40B4-BE49-F238E27FC236}">
                <a16:creationId xmlns:a16="http://schemas.microsoft.com/office/drawing/2014/main" id="{42AA9003-6D22-4DCE-8119-7E8B540D85FE}"/>
              </a:ext>
            </a:extLst>
          </p:cNvPr>
          <p:cNvCxnSpPr>
            <a:cxnSpLocks/>
            <a:stCxn id="102" idx="1"/>
            <a:endCxn id="61" idx="1"/>
          </p:cNvCxnSpPr>
          <p:nvPr/>
        </p:nvCxnSpPr>
        <p:spPr>
          <a:xfrm flipH="1">
            <a:off x="6789096" y="3460812"/>
            <a:ext cx="449333" cy="28663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B58666B0-0E9F-4146-8CB3-D1EA07178602}"/>
              </a:ext>
            </a:extLst>
          </p:cNvPr>
          <p:cNvSpPr/>
          <p:nvPr/>
        </p:nvSpPr>
        <p:spPr>
          <a:xfrm>
            <a:off x="3361612" y="5344110"/>
            <a:ext cx="439809" cy="156964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900" dirty="0">
                <a:solidFill>
                  <a:schemeClr val="tx1"/>
                </a:solidFill>
              </a:rPr>
              <a:t>室温</a:t>
            </a:r>
          </a:p>
        </p:txBody>
      </p:sp>
      <p:grpSp>
        <p:nvGrpSpPr>
          <p:cNvPr id="74" name="グループ化 73">
            <a:extLst>
              <a:ext uri="{FF2B5EF4-FFF2-40B4-BE49-F238E27FC236}">
                <a16:creationId xmlns:a16="http://schemas.microsoft.com/office/drawing/2014/main" id="{A7132871-034B-44E4-982B-0E8F14205493}"/>
              </a:ext>
            </a:extLst>
          </p:cNvPr>
          <p:cNvGrpSpPr/>
          <p:nvPr/>
        </p:nvGrpSpPr>
        <p:grpSpPr>
          <a:xfrm>
            <a:off x="272480" y="611971"/>
            <a:ext cx="4998736" cy="350310"/>
            <a:chOff x="272480" y="611971"/>
            <a:chExt cx="4998736" cy="350310"/>
          </a:xfrm>
        </p:grpSpPr>
        <p:sp>
          <p:nvSpPr>
            <p:cNvPr id="76" name="楕円 75">
              <a:extLst>
                <a:ext uri="{FF2B5EF4-FFF2-40B4-BE49-F238E27FC236}">
                  <a16:creationId xmlns:a16="http://schemas.microsoft.com/office/drawing/2014/main" id="{6FFCD416-15D6-47E0-837B-49ACBBB45E83}"/>
                </a:ext>
              </a:extLst>
            </p:cNvPr>
            <p:cNvSpPr/>
            <p:nvPr/>
          </p:nvSpPr>
          <p:spPr>
            <a:xfrm>
              <a:off x="1816949" y="713267"/>
              <a:ext cx="144016" cy="144016"/>
            </a:xfrm>
            <a:prstGeom prst="ellipse">
              <a:avLst/>
            </a:prstGeom>
            <a:solidFill>
              <a:srgbClr val="3333FF"/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77" name="正方形/長方形 76">
              <a:extLst>
                <a:ext uri="{FF2B5EF4-FFF2-40B4-BE49-F238E27FC236}">
                  <a16:creationId xmlns:a16="http://schemas.microsoft.com/office/drawing/2014/main" id="{69D95D35-3F66-4CDE-B599-C403A8223102}"/>
                </a:ext>
              </a:extLst>
            </p:cNvPr>
            <p:cNvSpPr/>
            <p:nvPr/>
          </p:nvSpPr>
          <p:spPr>
            <a:xfrm>
              <a:off x="1888957" y="654897"/>
              <a:ext cx="1108640" cy="236126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子機</a:t>
              </a:r>
              <a:r>
                <a:rPr kumimoji="1"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（</a:t>
              </a:r>
              <a:r>
                <a:rPr kumimoji="1" lang="en-US" altLang="ja-JP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UNIV)</a:t>
              </a:r>
              <a:endParaRPr kumimoji="1" lang="ja-JP" altLang="en-US" sz="105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78" name="正方形/長方形 77">
              <a:extLst>
                <a:ext uri="{FF2B5EF4-FFF2-40B4-BE49-F238E27FC236}">
                  <a16:creationId xmlns:a16="http://schemas.microsoft.com/office/drawing/2014/main" id="{8E2B15D6-D792-46D5-86F6-6BD26F69D0A3}"/>
                </a:ext>
              </a:extLst>
            </p:cNvPr>
            <p:cNvSpPr/>
            <p:nvPr/>
          </p:nvSpPr>
          <p:spPr>
            <a:xfrm>
              <a:off x="408055" y="672671"/>
              <a:ext cx="295176" cy="216024"/>
            </a:xfrm>
            <a:prstGeom prst="rect">
              <a:avLst/>
            </a:prstGeom>
            <a:solidFill>
              <a:srgbClr val="FF7C80"/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ja-JP" altLang="en-US" sz="1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親</a:t>
              </a:r>
              <a:endPara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79" name="正方形/長方形 78">
              <a:extLst>
                <a:ext uri="{FF2B5EF4-FFF2-40B4-BE49-F238E27FC236}">
                  <a16:creationId xmlns:a16="http://schemas.microsoft.com/office/drawing/2014/main" id="{05525B7B-7EBB-4DB1-98E5-8B02041C53F9}"/>
                </a:ext>
              </a:extLst>
            </p:cNvPr>
            <p:cNvSpPr/>
            <p:nvPr/>
          </p:nvSpPr>
          <p:spPr>
            <a:xfrm>
              <a:off x="585020" y="647459"/>
              <a:ext cx="979615" cy="24772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親機（</a:t>
              </a:r>
              <a:r>
                <a:rPr kumimoji="1" lang="en-US" altLang="ja-JP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IG)</a:t>
              </a:r>
              <a:endParaRPr kumimoji="1" lang="ja-JP" altLang="en-US" sz="105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80" name="楕円 79">
              <a:extLst>
                <a:ext uri="{FF2B5EF4-FFF2-40B4-BE49-F238E27FC236}">
                  <a16:creationId xmlns:a16="http://schemas.microsoft.com/office/drawing/2014/main" id="{212399E5-227F-4269-8A23-ECF8FE015D75}"/>
                </a:ext>
              </a:extLst>
            </p:cNvPr>
            <p:cNvSpPr/>
            <p:nvPr/>
          </p:nvSpPr>
          <p:spPr>
            <a:xfrm>
              <a:off x="3259919" y="709497"/>
              <a:ext cx="144016" cy="144016"/>
            </a:xfrm>
            <a:prstGeom prst="ellipse">
              <a:avLst/>
            </a:prstGeom>
            <a:solidFill>
              <a:srgbClr val="FF6600"/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81" name="正方形/長方形 80">
              <a:extLst>
                <a:ext uri="{FF2B5EF4-FFF2-40B4-BE49-F238E27FC236}">
                  <a16:creationId xmlns:a16="http://schemas.microsoft.com/office/drawing/2014/main" id="{9BE58C7C-929E-4022-90DB-E7E54AD87BB1}"/>
                </a:ext>
              </a:extLst>
            </p:cNvPr>
            <p:cNvSpPr/>
            <p:nvPr/>
          </p:nvSpPr>
          <p:spPr>
            <a:xfrm>
              <a:off x="3332575" y="645375"/>
              <a:ext cx="1800687" cy="249804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室温（</a:t>
              </a:r>
              <a:r>
                <a:rPr lang="en-US" altLang="ja-JP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TRH20</a:t>
              </a:r>
              <a:r>
                <a:rPr kumimoji="1" lang="en-US" altLang="ja-JP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) </a:t>
              </a:r>
              <a:r>
                <a:rPr kumimoji="1"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センサ無し</a:t>
              </a:r>
            </a:p>
          </p:txBody>
        </p:sp>
        <p:sp>
          <p:nvSpPr>
            <p:cNvPr id="84" name="正方形/長方形 83">
              <a:extLst>
                <a:ext uri="{FF2B5EF4-FFF2-40B4-BE49-F238E27FC236}">
                  <a16:creationId xmlns:a16="http://schemas.microsoft.com/office/drawing/2014/main" id="{583D5755-034A-4FD3-8588-A7AE4AC2DBAF}"/>
                </a:ext>
              </a:extLst>
            </p:cNvPr>
            <p:cNvSpPr/>
            <p:nvPr/>
          </p:nvSpPr>
          <p:spPr>
            <a:xfrm>
              <a:off x="272480" y="611971"/>
              <a:ext cx="4998736" cy="35031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aphicFrame>
        <p:nvGraphicFramePr>
          <p:cNvPr id="85" name="表 84">
            <a:extLst>
              <a:ext uri="{FF2B5EF4-FFF2-40B4-BE49-F238E27FC236}">
                <a16:creationId xmlns:a16="http://schemas.microsoft.com/office/drawing/2014/main" id="{0438C8EA-FF4A-49EA-8E93-055AF1CCE1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50578"/>
              </p:ext>
            </p:extLst>
          </p:nvPr>
        </p:nvGraphicFramePr>
        <p:xfrm>
          <a:off x="7761455" y="1814088"/>
          <a:ext cx="2016081" cy="85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1422">
                  <a:extLst>
                    <a:ext uri="{9D8B030D-6E8A-4147-A177-3AD203B41FA5}">
                      <a16:colId xmlns:a16="http://schemas.microsoft.com/office/drawing/2014/main" val="3328826263"/>
                    </a:ext>
                  </a:extLst>
                </a:gridCol>
                <a:gridCol w="429207">
                  <a:extLst>
                    <a:ext uri="{9D8B030D-6E8A-4147-A177-3AD203B41FA5}">
                      <a16:colId xmlns:a16="http://schemas.microsoft.com/office/drawing/2014/main" val="1527986668"/>
                    </a:ext>
                  </a:extLst>
                </a:gridCol>
                <a:gridCol w="1045452">
                  <a:extLst>
                    <a:ext uri="{9D8B030D-6E8A-4147-A177-3AD203B41FA5}">
                      <a16:colId xmlns:a16="http://schemas.microsoft.com/office/drawing/2014/main" val="509892604"/>
                    </a:ext>
                  </a:extLst>
                </a:gridCol>
              </a:tblGrid>
              <a:tr h="15876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機器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台数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7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センサ本数（延長数）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008665"/>
                  </a:ext>
                </a:extLst>
              </a:tr>
              <a:tr h="15876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IG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601371"/>
                  </a:ext>
                </a:extLst>
              </a:tr>
              <a:tr h="15876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UNIV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19(2)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435022"/>
                  </a:ext>
                </a:extLst>
              </a:tr>
              <a:tr h="15876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TRH20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2895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585901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10E9E035-8C6B-44E7-9E17-37F7EDE00F6F}"/>
              </a:ext>
            </a:extLst>
          </p:cNvPr>
          <p:cNvSpPr/>
          <p:nvPr/>
        </p:nvSpPr>
        <p:spPr>
          <a:xfrm>
            <a:off x="5667840" y="4581129"/>
            <a:ext cx="720080" cy="43204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入口</a:t>
            </a:r>
            <a:endParaRPr kumimoji="1" lang="ja-JP" alt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正方形/長方形 6"/>
          <p:cNvSpPr/>
          <p:nvPr/>
        </p:nvSpPr>
        <p:spPr>
          <a:xfrm>
            <a:off x="0" y="13127"/>
            <a:ext cx="9906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/>
            <a:r>
              <a:rPr lang="ja-JP" altLang="en-US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⑧　実験室　</a:t>
            </a:r>
            <a:r>
              <a:rPr lang="en-US" altLang="ja-JP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316 / </a:t>
            </a:r>
            <a:r>
              <a:rPr lang="ja-JP" altLang="en-US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低温室</a:t>
            </a:r>
            <a:r>
              <a:rPr lang="en-US" altLang="ja-JP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304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0E40388A-536A-4A98-B0FE-728F8E5C2917}"/>
              </a:ext>
            </a:extLst>
          </p:cNvPr>
          <p:cNvSpPr/>
          <p:nvPr/>
        </p:nvSpPr>
        <p:spPr>
          <a:xfrm>
            <a:off x="200472" y="1250091"/>
            <a:ext cx="6912849" cy="3187022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矢印: 上 3">
            <a:extLst>
              <a:ext uri="{FF2B5EF4-FFF2-40B4-BE49-F238E27FC236}">
                <a16:creationId xmlns:a16="http://schemas.microsoft.com/office/drawing/2014/main" id="{7BA7DD11-DA4F-4D54-BD53-CCA29F35005D}"/>
              </a:ext>
            </a:extLst>
          </p:cNvPr>
          <p:cNvSpPr/>
          <p:nvPr/>
        </p:nvSpPr>
        <p:spPr>
          <a:xfrm>
            <a:off x="5739848" y="4293097"/>
            <a:ext cx="583381" cy="288032"/>
          </a:xfrm>
          <a:prstGeom prst="up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矢印: 上 52">
            <a:extLst>
              <a:ext uri="{FF2B5EF4-FFF2-40B4-BE49-F238E27FC236}">
                <a16:creationId xmlns:a16="http://schemas.microsoft.com/office/drawing/2014/main" id="{93D34A9B-51DE-4EC1-B6EE-5DA12B24694C}"/>
              </a:ext>
            </a:extLst>
          </p:cNvPr>
          <p:cNvSpPr/>
          <p:nvPr/>
        </p:nvSpPr>
        <p:spPr>
          <a:xfrm>
            <a:off x="3505739" y="4293097"/>
            <a:ext cx="583381" cy="288032"/>
          </a:xfrm>
          <a:prstGeom prst="up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762A8184-5406-4065-B21D-966B16957CC5}"/>
              </a:ext>
            </a:extLst>
          </p:cNvPr>
          <p:cNvSpPr/>
          <p:nvPr/>
        </p:nvSpPr>
        <p:spPr>
          <a:xfrm>
            <a:off x="3420058" y="4616913"/>
            <a:ext cx="720080" cy="43204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入口</a:t>
            </a:r>
            <a:endParaRPr kumimoji="1" lang="ja-JP" alt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811C246E-B7A1-4712-9E17-66DAD9B3D5AF}"/>
              </a:ext>
            </a:extLst>
          </p:cNvPr>
          <p:cNvSpPr/>
          <p:nvPr/>
        </p:nvSpPr>
        <p:spPr>
          <a:xfrm>
            <a:off x="6690530" y="2319861"/>
            <a:ext cx="384938" cy="3600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+4</a:t>
            </a:r>
            <a:endParaRPr kumimoji="1" lang="ja-JP" altLang="en-US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5246B61C-E4B0-4B0A-B493-3327B26A32A8}"/>
              </a:ext>
            </a:extLst>
          </p:cNvPr>
          <p:cNvSpPr/>
          <p:nvPr/>
        </p:nvSpPr>
        <p:spPr>
          <a:xfrm flipH="1">
            <a:off x="4217304" y="4077073"/>
            <a:ext cx="688846" cy="3600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+4</a:t>
            </a:r>
            <a:endParaRPr kumimoji="1" lang="ja-JP" altLang="en-US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D131DA07-9020-4179-903E-7287945E90E2}"/>
              </a:ext>
            </a:extLst>
          </p:cNvPr>
          <p:cNvSpPr/>
          <p:nvPr/>
        </p:nvSpPr>
        <p:spPr>
          <a:xfrm flipH="1">
            <a:off x="2574407" y="3772461"/>
            <a:ext cx="384938" cy="3600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+4</a:t>
            </a:r>
            <a:endParaRPr kumimoji="1" lang="ja-JP" altLang="en-US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DB5AB4C0-7253-41F6-A6CB-855449A7FBA4}"/>
              </a:ext>
            </a:extLst>
          </p:cNvPr>
          <p:cNvSpPr/>
          <p:nvPr/>
        </p:nvSpPr>
        <p:spPr>
          <a:xfrm flipH="1">
            <a:off x="984671" y="4071556"/>
            <a:ext cx="384938" cy="3600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+4</a:t>
            </a:r>
            <a:endParaRPr kumimoji="1" lang="ja-JP" altLang="en-US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8A36A21-53A0-48A4-9FA0-3AEC6ABD0C20}"/>
              </a:ext>
            </a:extLst>
          </p:cNvPr>
          <p:cNvSpPr/>
          <p:nvPr/>
        </p:nvSpPr>
        <p:spPr>
          <a:xfrm>
            <a:off x="5623592" y="1700815"/>
            <a:ext cx="792088" cy="207165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0" name="正方形/長方形 99">
            <a:extLst>
              <a:ext uri="{FF2B5EF4-FFF2-40B4-BE49-F238E27FC236}">
                <a16:creationId xmlns:a16="http://schemas.microsoft.com/office/drawing/2014/main" id="{9EF47CC3-0413-4F27-881E-5CF80DD42F8D}"/>
              </a:ext>
            </a:extLst>
          </p:cNvPr>
          <p:cNvSpPr/>
          <p:nvPr/>
        </p:nvSpPr>
        <p:spPr>
          <a:xfrm>
            <a:off x="4529907" y="1700808"/>
            <a:ext cx="792088" cy="207165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1" name="正方形/長方形 100">
            <a:extLst>
              <a:ext uri="{FF2B5EF4-FFF2-40B4-BE49-F238E27FC236}">
                <a16:creationId xmlns:a16="http://schemas.microsoft.com/office/drawing/2014/main" id="{9964D1CA-C246-4117-873E-F0F3234E9B49}"/>
              </a:ext>
            </a:extLst>
          </p:cNvPr>
          <p:cNvSpPr/>
          <p:nvPr/>
        </p:nvSpPr>
        <p:spPr>
          <a:xfrm>
            <a:off x="2384529" y="1700808"/>
            <a:ext cx="792088" cy="207165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27735DA2-014E-4EDE-83EE-0D95D30E5A15}"/>
              </a:ext>
            </a:extLst>
          </p:cNvPr>
          <p:cNvSpPr/>
          <p:nvPr/>
        </p:nvSpPr>
        <p:spPr>
          <a:xfrm>
            <a:off x="3665904" y="2996952"/>
            <a:ext cx="295176" cy="216024"/>
          </a:xfrm>
          <a:prstGeom prst="rect">
            <a:avLst/>
          </a:prstGeom>
          <a:solidFill>
            <a:srgbClr val="FF7C80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親</a:t>
            </a:r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0BA19021-D8CE-4117-8F8C-053806124B3C}"/>
              </a:ext>
            </a:extLst>
          </p:cNvPr>
          <p:cNvSpPr/>
          <p:nvPr/>
        </p:nvSpPr>
        <p:spPr>
          <a:xfrm>
            <a:off x="3118534" y="5211413"/>
            <a:ext cx="1477718" cy="1036341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0E167325-9CC6-4C52-8095-771F29ABD2D7}"/>
              </a:ext>
            </a:extLst>
          </p:cNvPr>
          <p:cNvSpPr/>
          <p:nvPr/>
        </p:nvSpPr>
        <p:spPr>
          <a:xfrm>
            <a:off x="7113321" y="1244773"/>
            <a:ext cx="2299763" cy="1018461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1CFC05D1-9038-4296-91E5-5DE9515EFEF3}"/>
              </a:ext>
            </a:extLst>
          </p:cNvPr>
          <p:cNvSpPr/>
          <p:nvPr/>
        </p:nvSpPr>
        <p:spPr>
          <a:xfrm>
            <a:off x="3431546" y="1700808"/>
            <a:ext cx="792088" cy="207165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C61699D2-507E-4A39-B205-ADB4360BEC46}"/>
              </a:ext>
            </a:extLst>
          </p:cNvPr>
          <p:cNvCxnSpPr/>
          <p:nvPr/>
        </p:nvCxnSpPr>
        <p:spPr>
          <a:xfrm>
            <a:off x="1600882" y="1270408"/>
            <a:ext cx="0" cy="31667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6D1D111C-AEBD-4D43-866E-F7BF2440A679}"/>
              </a:ext>
            </a:extLst>
          </p:cNvPr>
          <p:cNvSpPr/>
          <p:nvPr/>
        </p:nvSpPr>
        <p:spPr>
          <a:xfrm>
            <a:off x="9024243" y="1331020"/>
            <a:ext cx="384938" cy="3600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700" dirty="0">
                <a:latin typeface="Meiryo UI" panose="020B0604030504040204" pitchFamily="50" charset="-128"/>
                <a:ea typeface="Meiryo UI" panose="020B0604030504040204" pitchFamily="50" charset="-128"/>
              </a:rPr>
              <a:t>+37</a:t>
            </a:r>
            <a:endParaRPr kumimoji="1" lang="ja-JP" altLang="en-US" sz="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A4951E62-BF8C-42C1-94CD-7A6172CC0C2D}"/>
              </a:ext>
            </a:extLst>
          </p:cNvPr>
          <p:cNvSpPr/>
          <p:nvPr/>
        </p:nvSpPr>
        <p:spPr>
          <a:xfrm>
            <a:off x="9024243" y="1727676"/>
            <a:ext cx="384938" cy="3600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700" dirty="0">
                <a:latin typeface="Meiryo UI" panose="020B0604030504040204" pitchFamily="50" charset="-128"/>
                <a:ea typeface="Meiryo UI" panose="020B0604030504040204" pitchFamily="50" charset="-128"/>
              </a:rPr>
              <a:t>+37</a:t>
            </a:r>
            <a:endParaRPr kumimoji="1" lang="ja-JP" altLang="en-US" sz="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17729412-0378-450F-AA49-DFD6361DB44C}"/>
              </a:ext>
            </a:extLst>
          </p:cNvPr>
          <p:cNvSpPr/>
          <p:nvPr/>
        </p:nvSpPr>
        <p:spPr>
          <a:xfrm>
            <a:off x="8444048" y="1899413"/>
            <a:ext cx="384938" cy="3600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700" dirty="0">
                <a:latin typeface="Meiryo UI" panose="020B0604030504040204" pitchFamily="50" charset="-128"/>
                <a:ea typeface="Meiryo UI" panose="020B0604030504040204" pitchFamily="50" charset="-128"/>
              </a:rPr>
              <a:t>+37</a:t>
            </a:r>
            <a:endParaRPr kumimoji="1" lang="ja-JP" altLang="en-US" sz="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D5FA5B11-64C5-40CE-BBFE-73089C4B7062}"/>
              </a:ext>
            </a:extLst>
          </p:cNvPr>
          <p:cNvSpPr/>
          <p:nvPr/>
        </p:nvSpPr>
        <p:spPr>
          <a:xfrm>
            <a:off x="8000426" y="1899413"/>
            <a:ext cx="384938" cy="3600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700" dirty="0">
                <a:latin typeface="Meiryo UI" panose="020B0604030504040204" pitchFamily="50" charset="-128"/>
                <a:ea typeface="Meiryo UI" panose="020B0604030504040204" pitchFamily="50" charset="-128"/>
              </a:rPr>
              <a:t>+37</a:t>
            </a:r>
            <a:endParaRPr kumimoji="1" lang="ja-JP" altLang="en-US" sz="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92D26279-1280-44F8-A3C1-282548E1C406}"/>
              </a:ext>
            </a:extLst>
          </p:cNvPr>
          <p:cNvSpPr/>
          <p:nvPr/>
        </p:nvSpPr>
        <p:spPr>
          <a:xfrm>
            <a:off x="5885198" y="1698651"/>
            <a:ext cx="295176" cy="216024"/>
          </a:xfrm>
          <a:prstGeom prst="rect">
            <a:avLst/>
          </a:prstGeom>
          <a:solidFill>
            <a:srgbClr val="FF7C80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親</a:t>
            </a:r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63" name="楕円 62">
            <a:extLst>
              <a:ext uri="{FF2B5EF4-FFF2-40B4-BE49-F238E27FC236}">
                <a16:creationId xmlns:a16="http://schemas.microsoft.com/office/drawing/2014/main" id="{4EAB6FB3-DCA8-472D-B242-57381F6C859C}"/>
              </a:ext>
            </a:extLst>
          </p:cNvPr>
          <p:cNvSpPr/>
          <p:nvPr/>
        </p:nvSpPr>
        <p:spPr>
          <a:xfrm>
            <a:off x="1105132" y="3922023"/>
            <a:ext cx="144016" cy="144016"/>
          </a:xfrm>
          <a:prstGeom prst="ellipse">
            <a:avLst/>
          </a:prstGeom>
          <a:solidFill>
            <a:srgbClr val="3333FF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64" name="楕円 63">
            <a:extLst>
              <a:ext uri="{FF2B5EF4-FFF2-40B4-BE49-F238E27FC236}">
                <a16:creationId xmlns:a16="http://schemas.microsoft.com/office/drawing/2014/main" id="{104A4140-5BBE-43D5-BE50-BC561E4215CF}"/>
              </a:ext>
            </a:extLst>
          </p:cNvPr>
          <p:cNvSpPr/>
          <p:nvPr/>
        </p:nvSpPr>
        <p:spPr>
          <a:xfrm>
            <a:off x="2716982" y="3628445"/>
            <a:ext cx="144016" cy="144016"/>
          </a:xfrm>
          <a:prstGeom prst="ellipse">
            <a:avLst/>
          </a:prstGeom>
          <a:solidFill>
            <a:srgbClr val="3333FF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65" name="楕円 64">
            <a:extLst>
              <a:ext uri="{FF2B5EF4-FFF2-40B4-BE49-F238E27FC236}">
                <a16:creationId xmlns:a16="http://schemas.microsoft.com/office/drawing/2014/main" id="{CE6E5F5A-1B3E-4A5A-9910-9D1102A9C870}"/>
              </a:ext>
            </a:extLst>
          </p:cNvPr>
          <p:cNvSpPr/>
          <p:nvPr/>
        </p:nvSpPr>
        <p:spPr>
          <a:xfrm>
            <a:off x="4376936" y="3930398"/>
            <a:ext cx="144016" cy="144016"/>
          </a:xfrm>
          <a:prstGeom prst="ellipse">
            <a:avLst/>
          </a:prstGeom>
          <a:solidFill>
            <a:srgbClr val="3333FF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66" name="楕円 65">
            <a:extLst>
              <a:ext uri="{FF2B5EF4-FFF2-40B4-BE49-F238E27FC236}">
                <a16:creationId xmlns:a16="http://schemas.microsoft.com/office/drawing/2014/main" id="{159AA3C8-4072-427B-B196-3B6E3285B979}"/>
              </a:ext>
            </a:extLst>
          </p:cNvPr>
          <p:cNvSpPr/>
          <p:nvPr/>
        </p:nvSpPr>
        <p:spPr>
          <a:xfrm>
            <a:off x="6540904" y="2356736"/>
            <a:ext cx="144016" cy="144016"/>
          </a:xfrm>
          <a:prstGeom prst="ellipse">
            <a:avLst/>
          </a:prstGeom>
          <a:solidFill>
            <a:srgbClr val="3333FF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68" name="楕円 67">
            <a:extLst>
              <a:ext uri="{FF2B5EF4-FFF2-40B4-BE49-F238E27FC236}">
                <a16:creationId xmlns:a16="http://schemas.microsoft.com/office/drawing/2014/main" id="{A12B6A23-D94B-4BC1-BFA7-65D594BAC841}"/>
              </a:ext>
            </a:extLst>
          </p:cNvPr>
          <p:cNvSpPr/>
          <p:nvPr/>
        </p:nvSpPr>
        <p:spPr>
          <a:xfrm>
            <a:off x="8326602" y="1741739"/>
            <a:ext cx="144016" cy="144016"/>
          </a:xfrm>
          <a:prstGeom prst="ellipse">
            <a:avLst/>
          </a:prstGeom>
          <a:solidFill>
            <a:srgbClr val="3333FF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9" name="フリーフォーム: 図形 8">
            <a:extLst>
              <a:ext uri="{FF2B5EF4-FFF2-40B4-BE49-F238E27FC236}">
                <a16:creationId xmlns:a16="http://schemas.microsoft.com/office/drawing/2014/main" id="{E2C6B8E5-31BF-4369-AD02-710E803E0C95}"/>
              </a:ext>
            </a:extLst>
          </p:cNvPr>
          <p:cNvSpPr/>
          <p:nvPr/>
        </p:nvSpPr>
        <p:spPr>
          <a:xfrm>
            <a:off x="6610350" y="2209876"/>
            <a:ext cx="390525" cy="133274"/>
          </a:xfrm>
          <a:custGeom>
            <a:avLst/>
            <a:gdLst>
              <a:gd name="connsiteX0" fmla="*/ 0 w 390525"/>
              <a:gd name="connsiteY0" fmla="*/ 133274 h 133274"/>
              <a:gd name="connsiteX1" fmla="*/ 47625 w 390525"/>
              <a:gd name="connsiteY1" fmla="*/ 18974 h 133274"/>
              <a:gd name="connsiteX2" fmla="*/ 247650 w 390525"/>
              <a:gd name="connsiteY2" fmla="*/ 9449 h 133274"/>
              <a:gd name="connsiteX3" fmla="*/ 390525 w 390525"/>
              <a:gd name="connsiteY3" fmla="*/ 114224 h 133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0525" h="133274">
                <a:moveTo>
                  <a:pt x="0" y="133274"/>
                </a:moveTo>
                <a:cubicBezTo>
                  <a:pt x="3175" y="86442"/>
                  <a:pt x="6350" y="39611"/>
                  <a:pt x="47625" y="18974"/>
                </a:cubicBezTo>
                <a:cubicBezTo>
                  <a:pt x="88900" y="-1664"/>
                  <a:pt x="190500" y="-6426"/>
                  <a:pt x="247650" y="9449"/>
                </a:cubicBezTo>
                <a:cubicBezTo>
                  <a:pt x="304800" y="25324"/>
                  <a:pt x="347662" y="69774"/>
                  <a:pt x="390525" y="114224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フリーフォーム: 図形 9">
            <a:extLst>
              <a:ext uri="{FF2B5EF4-FFF2-40B4-BE49-F238E27FC236}">
                <a16:creationId xmlns:a16="http://schemas.microsoft.com/office/drawing/2014/main" id="{E4202941-E010-4D52-8845-4A1D5D923D9D}"/>
              </a:ext>
            </a:extLst>
          </p:cNvPr>
          <p:cNvSpPr/>
          <p:nvPr/>
        </p:nvSpPr>
        <p:spPr>
          <a:xfrm>
            <a:off x="933450" y="3988859"/>
            <a:ext cx="152400" cy="364066"/>
          </a:xfrm>
          <a:custGeom>
            <a:avLst/>
            <a:gdLst>
              <a:gd name="connsiteX0" fmla="*/ 152400 w 152400"/>
              <a:gd name="connsiteY0" fmla="*/ 2116 h 364066"/>
              <a:gd name="connsiteX1" fmla="*/ 57150 w 152400"/>
              <a:gd name="connsiteY1" fmla="*/ 21166 h 364066"/>
              <a:gd name="connsiteX2" fmla="*/ 0 w 152400"/>
              <a:gd name="connsiteY2" fmla="*/ 154516 h 364066"/>
              <a:gd name="connsiteX3" fmla="*/ 57150 w 152400"/>
              <a:gd name="connsiteY3" fmla="*/ 364066 h 364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400" h="364066">
                <a:moveTo>
                  <a:pt x="152400" y="2116"/>
                </a:moveTo>
                <a:cubicBezTo>
                  <a:pt x="117475" y="-1059"/>
                  <a:pt x="82550" y="-4234"/>
                  <a:pt x="57150" y="21166"/>
                </a:cubicBezTo>
                <a:cubicBezTo>
                  <a:pt x="31750" y="46566"/>
                  <a:pt x="0" y="97366"/>
                  <a:pt x="0" y="154516"/>
                </a:cubicBezTo>
                <a:cubicBezTo>
                  <a:pt x="0" y="211666"/>
                  <a:pt x="28575" y="287866"/>
                  <a:pt x="57150" y="364066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フリーフォーム: 図形 10">
            <a:extLst>
              <a:ext uri="{FF2B5EF4-FFF2-40B4-BE49-F238E27FC236}">
                <a16:creationId xmlns:a16="http://schemas.microsoft.com/office/drawing/2014/main" id="{A78C643A-68FF-4FE8-B2C7-9811C13AFFAD}"/>
              </a:ext>
            </a:extLst>
          </p:cNvPr>
          <p:cNvSpPr/>
          <p:nvPr/>
        </p:nvSpPr>
        <p:spPr>
          <a:xfrm>
            <a:off x="2599769" y="3676650"/>
            <a:ext cx="114856" cy="266700"/>
          </a:xfrm>
          <a:custGeom>
            <a:avLst/>
            <a:gdLst>
              <a:gd name="connsiteX0" fmla="*/ 114856 w 114856"/>
              <a:gd name="connsiteY0" fmla="*/ 0 h 266700"/>
              <a:gd name="connsiteX1" fmla="*/ 10081 w 114856"/>
              <a:gd name="connsiteY1" fmla="*/ 47625 h 266700"/>
              <a:gd name="connsiteX2" fmla="*/ 10081 w 114856"/>
              <a:gd name="connsiteY2" fmla="*/ 266700 h 26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4856" h="266700">
                <a:moveTo>
                  <a:pt x="114856" y="0"/>
                </a:moveTo>
                <a:cubicBezTo>
                  <a:pt x="71199" y="1587"/>
                  <a:pt x="27543" y="3175"/>
                  <a:pt x="10081" y="47625"/>
                </a:cubicBezTo>
                <a:cubicBezTo>
                  <a:pt x="-7381" y="92075"/>
                  <a:pt x="1350" y="179387"/>
                  <a:pt x="10081" y="2667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フリーフォーム: 図形 11">
            <a:extLst>
              <a:ext uri="{FF2B5EF4-FFF2-40B4-BE49-F238E27FC236}">
                <a16:creationId xmlns:a16="http://schemas.microsoft.com/office/drawing/2014/main" id="{BEFC0A3F-3A02-4381-9FB3-8CC3D7C36D48}"/>
              </a:ext>
            </a:extLst>
          </p:cNvPr>
          <p:cNvSpPr/>
          <p:nvPr/>
        </p:nvSpPr>
        <p:spPr>
          <a:xfrm>
            <a:off x="4524375" y="4002279"/>
            <a:ext cx="247650" cy="160146"/>
          </a:xfrm>
          <a:custGeom>
            <a:avLst/>
            <a:gdLst>
              <a:gd name="connsiteX0" fmla="*/ 0 w 247650"/>
              <a:gd name="connsiteY0" fmla="*/ 7746 h 160146"/>
              <a:gd name="connsiteX1" fmla="*/ 114300 w 247650"/>
              <a:gd name="connsiteY1" fmla="*/ 17271 h 160146"/>
              <a:gd name="connsiteX2" fmla="*/ 247650 w 247650"/>
              <a:gd name="connsiteY2" fmla="*/ 160146 h 160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7650" h="160146">
                <a:moveTo>
                  <a:pt x="0" y="7746"/>
                </a:moveTo>
                <a:cubicBezTo>
                  <a:pt x="36512" y="-192"/>
                  <a:pt x="73025" y="-8129"/>
                  <a:pt x="114300" y="17271"/>
                </a:cubicBezTo>
                <a:cubicBezTo>
                  <a:pt x="155575" y="42671"/>
                  <a:pt x="201612" y="101408"/>
                  <a:pt x="247650" y="160146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フリーフォーム: 図形 12">
            <a:extLst>
              <a:ext uri="{FF2B5EF4-FFF2-40B4-BE49-F238E27FC236}">
                <a16:creationId xmlns:a16="http://schemas.microsoft.com/office/drawing/2014/main" id="{3F0C7F61-2A1A-47F6-8BAC-7B53D0DEDEEE}"/>
              </a:ext>
            </a:extLst>
          </p:cNvPr>
          <p:cNvSpPr/>
          <p:nvPr/>
        </p:nvSpPr>
        <p:spPr>
          <a:xfrm>
            <a:off x="3838575" y="5133975"/>
            <a:ext cx="742950" cy="752475"/>
          </a:xfrm>
          <a:custGeom>
            <a:avLst/>
            <a:gdLst>
              <a:gd name="connsiteX0" fmla="*/ 0 w 742950"/>
              <a:gd name="connsiteY0" fmla="*/ 0 h 752475"/>
              <a:gd name="connsiteX1" fmla="*/ 114300 w 742950"/>
              <a:gd name="connsiteY1" fmla="*/ 133350 h 752475"/>
              <a:gd name="connsiteX2" fmla="*/ 457200 w 742950"/>
              <a:gd name="connsiteY2" fmla="*/ 171450 h 752475"/>
              <a:gd name="connsiteX3" fmla="*/ 628650 w 742950"/>
              <a:gd name="connsiteY3" fmla="*/ 152400 h 752475"/>
              <a:gd name="connsiteX4" fmla="*/ 733425 w 742950"/>
              <a:gd name="connsiteY4" fmla="*/ 266700 h 752475"/>
              <a:gd name="connsiteX5" fmla="*/ 733425 w 742950"/>
              <a:gd name="connsiteY5" fmla="*/ 514350 h 752475"/>
              <a:gd name="connsiteX6" fmla="*/ 742950 w 742950"/>
              <a:gd name="connsiteY6" fmla="*/ 752475 h 752475"/>
              <a:gd name="connsiteX0" fmla="*/ 0 w 742950"/>
              <a:gd name="connsiteY0" fmla="*/ 0 h 752475"/>
              <a:gd name="connsiteX1" fmla="*/ 114300 w 742950"/>
              <a:gd name="connsiteY1" fmla="*/ 133350 h 752475"/>
              <a:gd name="connsiteX2" fmla="*/ 457200 w 742950"/>
              <a:gd name="connsiteY2" fmla="*/ 171450 h 752475"/>
              <a:gd name="connsiteX3" fmla="*/ 638175 w 742950"/>
              <a:gd name="connsiteY3" fmla="*/ 200025 h 752475"/>
              <a:gd name="connsiteX4" fmla="*/ 733425 w 742950"/>
              <a:gd name="connsiteY4" fmla="*/ 266700 h 752475"/>
              <a:gd name="connsiteX5" fmla="*/ 733425 w 742950"/>
              <a:gd name="connsiteY5" fmla="*/ 514350 h 752475"/>
              <a:gd name="connsiteX6" fmla="*/ 742950 w 742950"/>
              <a:gd name="connsiteY6" fmla="*/ 752475 h 752475"/>
              <a:gd name="connsiteX0" fmla="*/ 0 w 742950"/>
              <a:gd name="connsiteY0" fmla="*/ 0 h 752475"/>
              <a:gd name="connsiteX1" fmla="*/ 114300 w 742950"/>
              <a:gd name="connsiteY1" fmla="*/ 133350 h 752475"/>
              <a:gd name="connsiteX2" fmla="*/ 476250 w 742950"/>
              <a:gd name="connsiteY2" fmla="*/ 152400 h 752475"/>
              <a:gd name="connsiteX3" fmla="*/ 638175 w 742950"/>
              <a:gd name="connsiteY3" fmla="*/ 200025 h 752475"/>
              <a:gd name="connsiteX4" fmla="*/ 733425 w 742950"/>
              <a:gd name="connsiteY4" fmla="*/ 266700 h 752475"/>
              <a:gd name="connsiteX5" fmla="*/ 733425 w 742950"/>
              <a:gd name="connsiteY5" fmla="*/ 514350 h 752475"/>
              <a:gd name="connsiteX6" fmla="*/ 742950 w 742950"/>
              <a:gd name="connsiteY6" fmla="*/ 752475 h 752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42950" h="752475">
                <a:moveTo>
                  <a:pt x="0" y="0"/>
                </a:moveTo>
                <a:cubicBezTo>
                  <a:pt x="19050" y="52387"/>
                  <a:pt x="34925" y="107950"/>
                  <a:pt x="114300" y="133350"/>
                </a:cubicBezTo>
                <a:cubicBezTo>
                  <a:pt x="193675" y="158750"/>
                  <a:pt x="388938" y="141288"/>
                  <a:pt x="476250" y="152400"/>
                </a:cubicBezTo>
                <a:cubicBezTo>
                  <a:pt x="563562" y="163512"/>
                  <a:pt x="595313" y="180975"/>
                  <a:pt x="638175" y="200025"/>
                </a:cubicBezTo>
                <a:cubicBezTo>
                  <a:pt x="681038" y="219075"/>
                  <a:pt x="717550" y="214313"/>
                  <a:pt x="733425" y="266700"/>
                </a:cubicBezTo>
                <a:cubicBezTo>
                  <a:pt x="749300" y="319087"/>
                  <a:pt x="731838" y="433388"/>
                  <a:pt x="733425" y="514350"/>
                </a:cubicBezTo>
                <a:cubicBezTo>
                  <a:pt x="735012" y="595312"/>
                  <a:pt x="738981" y="673893"/>
                  <a:pt x="742950" y="752475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フリーフォーム: 図形 13">
            <a:extLst>
              <a:ext uri="{FF2B5EF4-FFF2-40B4-BE49-F238E27FC236}">
                <a16:creationId xmlns:a16="http://schemas.microsoft.com/office/drawing/2014/main" id="{1FE8C15F-A8F6-45E7-A089-E64237DBC8C0}"/>
              </a:ext>
            </a:extLst>
          </p:cNvPr>
          <p:cNvSpPr/>
          <p:nvPr/>
        </p:nvSpPr>
        <p:spPr>
          <a:xfrm>
            <a:off x="8115300" y="1823682"/>
            <a:ext cx="209550" cy="128943"/>
          </a:xfrm>
          <a:custGeom>
            <a:avLst/>
            <a:gdLst>
              <a:gd name="connsiteX0" fmla="*/ 209550 w 209550"/>
              <a:gd name="connsiteY0" fmla="*/ 5118 h 128943"/>
              <a:gd name="connsiteX1" fmla="*/ 114300 w 209550"/>
              <a:gd name="connsiteY1" fmla="*/ 14643 h 128943"/>
              <a:gd name="connsiteX2" fmla="*/ 0 w 209550"/>
              <a:gd name="connsiteY2" fmla="*/ 128943 h 128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9550" h="128943">
                <a:moveTo>
                  <a:pt x="209550" y="5118"/>
                </a:moveTo>
                <a:cubicBezTo>
                  <a:pt x="179387" y="-439"/>
                  <a:pt x="149225" y="-5995"/>
                  <a:pt x="114300" y="14643"/>
                </a:cubicBezTo>
                <a:cubicBezTo>
                  <a:pt x="79375" y="35281"/>
                  <a:pt x="39687" y="82112"/>
                  <a:pt x="0" y="128943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フリーフォーム: 図形 14">
            <a:extLst>
              <a:ext uri="{FF2B5EF4-FFF2-40B4-BE49-F238E27FC236}">
                <a16:creationId xmlns:a16="http://schemas.microsoft.com/office/drawing/2014/main" id="{079D9CDC-C496-4B5A-B0C3-84DCC6AF2528}"/>
              </a:ext>
            </a:extLst>
          </p:cNvPr>
          <p:cNvSpPr/>
          <p:nvPr/>
        </p:nvSpPr>
        <p:spPr>
          <a:xfrm>
            <a:off x="8467725" y="1809750"/>
            <a:ext cx="285750" cy="142875"/>
          </a:xfrm>
          <a:custGeom>
            <a:avLst/>
            <a:gdLst>
              <a:gd name="connsiteX0" fmla="*/ 0 w 285750"/>
              <a:gd name="connsiteY0" fmla="*/ 0 h 142875"/>
              <a:gd name="connsiteX1" fmla="*/ 104775 w 285750"/>
              <a:gd name="connsiteY1" fmla="*/ 19050 h 142875"/>
              <a:gd name="connsiteX2" fmla="*/ 171450 w 285750"/>
              <a:gd name="connsiteY2" fmla="*/ 38100 h 142875"/>
              <a:gd name="connsiteX3" fmla="*/ 285750 w 285750"/>
              <a:gd name="connsiteY3" fmla="*/ 142875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750" h="142875">
                <a:moveTo>
                  <a:pt x="0" y="0"/>
                </a:moveTo>
                <a:cubicBezTo>
                  <a:pt x="38100" y="6350"/>
                  <a:pt x="76200" y="12700"/>
                  <a:pt x="104775" y="19050"/>
                </a:cubicBezTo>
                <a:cubicBezTo>
                  <a:pt x="133350" y="25400"/>
                  <a:pt x="141288" y="17463"/>
                  <a:pt x="171450" y="38100"/>
                </a:cubicBezTo>
                <a:cubicBezTo>
                  <a:pt x="201612" y="58737"/>
                  <a:pt x="243681" y="100806"/>
                  <a:pt x="285750" y="142875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フリーフォーム: 図形 15">
            <a:extLst>
              <a:ext uri="{FF2B5EF4-FFF2-40B4-BE49-F238E27FC236}">
                <a16:creationId xmlns:a16="http://schemas.microsoft.com/office/drawing/2014/main" id="{F98F9B2E-8C07-4852-A22D-938E53A3D3F7}"/>
              </a:ext>
            </a:extLst>
          </p:cNvPr>
          <p:cNvSpPr/>
          <p:nvPr/>
        </p:nvSpPr>
        <p:spPr>
          <a:xfrm>
            <a:off x="8934450" y="1476375"/>
            <a:ext cx="152400" cy="123825"/>
          </a:xfrm>
          <a:custGeom>
            <a:avLst/>
            <a:gdLst>
              <a:gd name="connsiteX0" fmla="*/ 0 w 152400"/>
              <a:gd name="connsiteY0" fmla="*/ 123825 h 123825"/>
              <a:gd name="connsiteX1" fmla="*/ 38100 w 152400"/>
              <a:gd name="connsiteY1" fmla="*/ 47625 h 123825"/>
              <a:gd name="connsiteX2" fmla="*/ 152400 w 152400"/>
              <a:gd name="connsiteY2" fmla="*/ 0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2400" h="123825">
                <a:moveTo>
                  <a:pt x="0" y="123825"/>
                </a:moveTo>
                <a:cubicBezTo>
                  <a:pt x="6350" y="96044"/>
                  <a:pt x="12700" y="68263"/>
                  <a:pt x="38100" y="47625"/>
                </a:cubicBezTo>
                <a:cubicBezTo>
                  <a:pt x="63500" y="26987"/>
                  <a:pt x="107950" y="13493"/>
                  <a:pt x="152400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フリーフォーム: 図形 16">
            <a:extLst>
              <a:ext uri="{FF2B5EF4-FFF2-40B4-BE49-F238E27FC236}">
                <a16:creationId xmlns:a16="http://schemas.microsoft.com/office/drawing/2014/main" id="{0DEBF3EE-2226-44D8-A195-E99BA032615C}"/>
              </a:ext>
            </a:extLst>
          </p:cNvPr>
          <p:cNvSpPr/>
          <p:nvPr/>
        </p:nvSpPr>
        <p:spPr>
          <a:xfrm>
            <a:off x="8934450" y="1724025"/>
            <a:ext cx="133350" cy="276225"/>
          </a:xfrm>
          <a:custGeom>
            <a:avLst/>
            <a:gdLst>
              <a:gd name="connsiteX0" fmla="*/ 0 w 133350"/>
              <a:gd name="connsiteY0" fmla="*/ 0 h 276225"/>
              <a:gd name="connsiteX1" fmla="*/ 19050 w 133350"/>
              <a:gd name="connsiteY1" fmla="*/ 142875 h 276225"/>
              <a:gd name="connsiteX2" fmla="*/ 66675 w 133350"/>
              <a:gd name="connsiteY2" fmla="*/ 219075 h 276225"/>
              <a:gd name="connsiteX3" fmla="*/ 133350 w 133350"/>
              <a:gd name="connsiteY3" fmla="*/ 276225 h 27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350" h="276225">
                <a:moveTo>
                  <a:pt x="0" y="0"/>
                </a:moveTo>
                <a:cubicBezTo>
                  <a:pt x="3969" y="53181"/>
                  <a:pt x="7938" y="106363"/>
                  <a:pt x="19050" y="142875"/>
                </a:cubicBezTo>
                <a:cubicBezTo>
                  <a:pt x="30162" y="179387"/>
                  <a:pt x="47625" y="196850"/>
                  <a:pt x="66675" y="219075"/>
                </a:cubicBezTo>
                <a:cubicBezTo>
                  <a:pt x="85725" y="241300"/>
                  <a:pt x="109537" y="258762"/>
                  <a:pt x="133350" y="276225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7" name="楕円 66">
            <a:extLst>
              <a:ext uri="{FF2B5EF4-FFF2-40B4-BE49-F238E27FC236}">
                <a16:creationId xmlns:a16="http://schemas.microsoft.com/office/drawing/2014/main" id="{B29C062E-30FD-4F0A-9C31-0EE5DE1D52BD}"/>
              </a:ext>
            </a:extLst>
          </p:cNvPr>
          <p:cNvSpPr/>
          <p:nvPr/>
        </p:nvSpPr>
        <p:spPr>
          <a:xfrm>
            <a:off x="3713377" y="5048961"/>
            <a:ext cx="144016" cy="144016"/>
          </a:xfrm>
          <a:prstGeom prst="ellipse">
            <a:avLst/>
          </a:prstGeom>
          <a:solidFill>
            <a:srgbClr val="3333FF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69" name="楕円 68">
            <a:extLst>
              <a:ext uri="{FF2B5EF4-FFF2-40B4-BE49-F238E27FC236}">
                <a16:creationId xmlns:a16="http://schemas.microsoft.com/office/drawing/2014/main" id="{1F0BB0C0-9B58-4C2D-B252-388CFA693B33}"/>
              </a:ext>
            </a:extLst>
          </p:cNvPr>
          <p:cNvSpPr/>
          <p:nvPr/>
        </p:nvSpPr>
        <p:spPr>
          <a:xfrm>
            <a:off x="8862655" y="1581110"/>
            <a:ext cx="144016" cy="144016"/>
          </a:xfrm>
          <a:prstGeom prst="ellipse">
            <a:avLst/>
          </a:prstGeom>
          <a:solidFill>
            <a:srgbClr val="3333FF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cxnSp>
        <p:nvCxnSpPr>
          <p:cNvPr id="97" name="直線コネクタ 96">
            <a:extLst>
              <a:ext uri="{FF2B5EF4-FFF2-40B4-BE49-F238E27FC236}">
                <a16:creationId xmlns:a16="http://schemas.microsoft.com/office/drawing/2014/main" id="{3EABDCE8-BF95-445A-9C7B-373E991A4713}"/>
              </a:ext>
            </a:extLst>
          </p:cNvPr>
          <p:cNvCxnSpPr>
            <a:cxnSpLocks/>
            <a:stCxn id="62" idx="3"/>
            <a:endCxn id="66" idx="1"/>
          </p:cNvCxnSpPr>
          <p:nvPr/>
        </p:nvCxnSpPr>
        <p:spPr>
          <a:xfrm>
            <a:off x="6180374" y="1806663"/>
            <a:ext cx="381621" cy="57116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コネクタ 97">
            <a:extLst>
              <a:ext uri="{FF2B5EF4-FFF2-40B4-BE49-F238E27FC236}">
                <a16:creationId xmlns:a16="http://schemas.microsoft.com/office/drawing/2014/main" id="{489AD966-87A4-4282-95CA-5EAD61BB960B}"/>
              </a:ext>
            </a:extLst>
          </p:cNvPr>
          <p:cNvCxnSpPr>
            <a:cxnSpLocks/>
            <a:stCxn id="62" idx="3"/>
            <a:endCxn id="14" idx="0"/>
          </p:cNvCxnSpPr>
          <p:nvPr/>
        </p:nvCxnSpPr>
        <p:spPr>
          <a:xfrm>
            <a:off x="6180374" y="1806663"/>
            <a:ext cx="2144476" cy="2213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コネクタ 103">
            <a:extLst>
              <a:ext uri="{FF2B5EF4-FFF2-40B4-BE49-F238E27FC236}">
                <a16:creationId xmlns:a16="http://schemas.microsoft.com/office/drawing/2014/main" id="{A9F67F6B-6C63-4782-8B56-36974EEAA049}"/>
              </a:ext>
            </a:extLst>
          </p:cNvPr>
          <p:cNvCxnSpPr>
            <a:cxnSpLocks/>
            <a:stCxn id="62" idx="3"/>
            <a:endCxn id="69" idx="2"/>
          </p:cNvCxnSpPr>
          <p:nvPr/>
        </p:nvCxnSpPr>
        <p:spPr>
          <a:xfrm flipV="1">
            <a:off x="6180374" y="1653118"/>
            <a:ext cx="2682281" cy="15354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コネクタ 104">
            <a:extLst>
              <a:ext uri="{FF2B5EF4-FFF2-40B4-BE49-F238E27FC236}">
                <a16:creationId xmlns:a16="http://schemas.microsoft.com/office/drawing/2014/main" id="{0B731589-026B-4F99-BA8B-5785A3FCDD25}"/>
              </a:ext>
            </a:extLst>
          </p:cNvPr>
          <p:cNvCxnSpPr>
            <a:cxnSpLocks/>
            <a:endCxn id="65" idx="1"/>
          </p:cNvCxnSpPr>
          <p:nvPr/>
        </p:nvCxnSpPr>
        <p:spPr>
          <a:xfrm>
            <a:off x="3813817" y="3198806"/>
            <a:ext cx="584210" cy="75268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線コネクタ 105">
            <a:extLst>
              <a:ext uri="{FF2B5EF4-FFF2-40B4-BE49-F238E27FC236}">
                <a16:creationId xmlns:a16="http://schemas.microsoft.com/office/drawing/2014/main" id="{68B5A569-C530-449B-86A2-D79BF8D70801}"/>
              </a:ext>
            </a:extLst>
          </p:cNvPr>
          <p:cNvCxnSpPr>
            <a:cxnSpLocks/>
            <a:stCxn id="57" idx="2"/>
            <a:endCxn id="76" idx="2"/>
          </p:cNvCxnSpPr>
          <p:nvPr/>
        </p:nvCxnSpPr>
        <p:spPr>
          <a:xfrm flipH="1">
            <a:off x="3780098" y="3212976"/>
            <a:ext cx="33394" cy="183598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コネクタ 106">
            <a:extLst>
              <a:ext uri="{FF2B5EF4-FFF2-40B4-BE49-F238E27FC236}">
                <a16:creationId xmlns:a16="http://schemas.microsoft.com/office/drawing/2014/main" id="{31E56971-F9CB-4612-BB3B-7081A43E2145}"/>
              </a:ext>
            </a:extLst>
          </p:cNvPr>
          <p:cNvCxnSpPr>
            <a:cxnSpLocks/>
            <a:stCxn id="57" idx="2"/>
            <a:endCxn id="64" idx="6"/>
          </p:cNvCxnSpPr>
          <p:nvPr/>
        </p:nvCxnSpPr>
        <p:spPr>
          <a:xfrm flipH="1">
            <a:off x="2860998" y="3212976"/>
            <a:ext cx="952494" cy="48747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コネクタ 107">
            <a:extLst>
              <a:ext uri="{FF2B5EF4-FFF2-40B4-BE49-F238E27FC236}">
                <a16:creationId xmlns:a16="http://schemas.microsoft.com/office/drawing/2014/main" id="{EAF55AF3-DCB2-4066-8C05-577A445446C5}"/>
              </a:ext>
            </a:extLst>
          </p:cNvPr>
          <p:cNvCxnSpPr>
            <a:cxnSpLocks/>
            <a:stCxn id="57" idx="2"/>
            <a:endCxn id="63" idx="6"/>
          </p:cNvCxnSpPr>
          <p:nvPr/>
        </p:nvCxnSpPr>
        <p:spPr>
          <a:xfrm flipH="1">
            <a:off x="1249148" y="3212976"/>
            <a:ext cx="2564344" cy="78105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吹き出し: 四角形 109">
            <a:extLst>
              <a:ext uri="{FF2B5EF4-FFF2-40B4-BE49-F238E27FC236}">
                <a16:creationId xmlns:a16="http://schemas.microsoft.com/office/drawing/2014/main" id="{CFF74FA2-70B4-4AE2-B870-0714C57EBA31}"/>
              </a:ext>
            </a:extLst>
          </p:cNvPr>
          <p:cNvSpPr/>
          <p:nvPr/>
        </p:nvSpPr>
        <p:spPr>
          <a:xfrm>
            <a:off x="4692647" y="5091367"/>
            <a:ext cx="681722" cy="203219"/>
          </a:xfrm>
          <a:prstGeom prst="wedgeRectCallout">
            <a:avLst>
              <a:gd name="adj1" fmla="val -65859"/>
              <a:gd name="adj2" fmla="val 122990"/>
            </a:avLst>
          </a:prstGeom>
          <a:solidFill>
            <a:srgbClr val="FFFF00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700" dirty="0">
                <a:latin typeface="Meiryo UI" panose="020B0604030504040204" pitchFamily="50" charset="-128"/>
                <a:ea typeface="Meiryo UI" panose="020B0604030504040204" pitchFamily="50" charset="-128"/>
              </a:rPr>
              <a:t>10[m]</a:t>
            </a:r>
            <a:r>
              <a:rPr kumimoji="1" lang="ja-JP" altLang="en-US" sz="700" dirty="0">
                <a:latin typeface="Meiryo UI" panose="020B0604030504040204" pitchFamily="50" charset="-128"/>
                <a:ea typeface="Meiryo UI" panose="020B0604030504040204" pitchFamily="50" charset="-128"/>
              </a:rPr>
              <a:t>延長</a:t>
            </a: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339BE948-B730-4718-8C35-D22886E5CD54}"/>
              </a:ext>
            </a:extLst>
          </p:cNvPr>
          <p:cNvSpPr/>
          <p:nvPr/>
        </p:nvSpPr>
        <p:spPr>
          <a:xfrm>
            <a:off x="1991010" y="5398484"/>
            <a:ext cx="947912" cy="424777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低温室</a:t>
            </a:r>
            <a:endParaRPr kumimoji="1" lang="en-US" altLang="ja-JP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（</a:t>
            </a:r>
            <a:r>
              <a:rPr kumimoji="1" lang="en-US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  <a:r>
              <a:rPr lang="en-US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04</a:t>
            </a:r>
            <a:r>
              <a:rPr kumimoji="1"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  <a:endParaRPr kumimoji="1" lang="en-US" altLang="ja-JP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52" name="グループ化 51">
            <a:extLst>
              <a:ext uri="{FF2B5EF4-FFF2-40B4-BE49-F238E27FC236}">
                <a16:creationId xmlns:a16="http://schemas.microsoft.com/office/drawing/2014/main" id="{09372399-0CD7-49E0-B520-09A7EC0D6CD4}"/>
              </a:ext>
            </a:extLst>
          </p:cNvPr>
          <p:cNvGrpSpPr/>
          <p:nvPr/>
        </p:nvGrpSpPr>
        <p:grpSpPr>
          <a:xfrm>
            <a:off x="272480" y="611971"/>
            <a:ext cx="4998736" cy="350310"/>
            <a:chOff x="272480" y="611971"/>
            <a:chExt cx="4998736" cy="350310"/>
          </a:xfrm>
        </p:grpSpPr>
        <p:sp>
          <p:nvSpPr>
            <p:cNvPr id="54" name="楕円 53">
              <a:extLst>
                <a:ext uri="{FF2B5EF4-FFF2-40B4-BE49-F238E27FC236}">
                  <a16:creationId xmlns:a16="http://schemas.microsoft.com/office/drawing/2014/main" id="{920E8845-354C-4A25-8D09-35682E3A3358}"/>
                </a:ext>
              </a:extLst>
            </p:cNvPr>
            <p:cNvSpPr/>
            <p:nvPr/>
          </p:nvSpPr>
          <p:spPr>
            <a:xfrm>
              <a:off x="1816949" y="713267"/>
              <a:ext cx="144016" cy="144016"/>
            </a:xfrm>
            <a:prstGeom prst="ellipse">
              <a:avLst/>
            </a:prstGeom>
            <a:solidFill>
              <a:srgbClr val="3333FF"/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60" name="正方形/長方形 59">
              <a:extLst>
                <a:ext uri="{FF2B5EF4-FFF2-40B4-BE49-F238E27FC236}">
                  <a16:creationId xmlns:a16="http://schemas.microsoft.com/office/drawing/2014/main" id="{4C8B69AC-AF34-489F-AFAC-90A97B378CC0}"/>
                </a:ext>
              </a:extLst>
            </p:cNvPr>
            <p:cNvSpPr/>
            <p:nvPr/>
          </p:nvSpPr>
          <p:spPr>
            <a:xfrm>
              <a:off x="1888957" y="654897"/>
              <a:ext cx="1108640" cy="236126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子機</a:t>
              </a:r>
              <a:r>
                <a:rPr kumimoji="1"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（</a:t>
              </a:r>
              <a:r>
                <a:rPr kumimoji="1" lang="en-US" altLang="ja-JP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UNIV)</a:t>
              </a:r>
              <a:endParaRPr kumimoji="1" lang="ja-JP" altLang="en-US" sz="105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70" name="正方形/長方形 69">
              <a:extLst>
                <a:ext uri="{FF2B5EF4-FFF2-40B4-BE49-F238E27FC236}">
                  <a16:creationId xmlns:a16="http://schemas.microsoft.com/office/drawing/2014/main" id="{8E610294-01F3-4A33-89FA-A60519C90BCF}"/>
                </a:ext>
              </a:extLst>
            </p:cNvPr>
            <p:cNvSpPr/>
            <p:nvPr/>
          </p:nvSpPr>
          <p:spPr>
            <a:xfrm>
              <a:off x="408055" y="672671"/>
              <a:ext cx="295176" cy="216024"/>
            </a:xfrm>
            <a:prstGeom prst="rect">
              <a:avLst/>
            </a:prstGeom>
            <a:solidFill>
              <a:srgbClr val="FF7C80"/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ja-JP" altLang="en-US" sz="1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親</a:t>
              </a:r>
              <a:endPara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71" name="正方形/長方形 70">
              <a:extLst>
                <a:ext uri="{FF2B5EF4-FFF2-40B4-BE49-F238E27FC236}">
                  <a16:creationId xmlns:a16="http://schemas.microsoft.com/office/drawing/2014/main" id="{9447867C-4E5F-4C80-A89B-FBA6C4A3BA17}"/>
                </a:ext>
              </a:extLst>
            </p:cNvPr>
            <p:cNvSpPr/>
            <p:nvPr/>
          </p:nvSpPr>
          <p:spPr>
            <a:xfrm>
              <a:off x="585020" y="647459"/>
              <a:ext cx="979615" cy="24772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親機（</a:t>
              </a:r>
              <a:r>
                <a:rPr kumimoji="1" lang="en-US" altLang="ja-JP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IG)</a:t>
              </a:r>
              <a:endParaRPr kumimoji="1" lang="ja-JP" altLang="en-US" sz="105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72" name="楕円 71">
              <a:extLst>
                <a:ext uri="{FF2B5EF4-FFF2-40B4-BE49-F238E27FC236}">
                  <a16:creationId xmlns:a16="http://schemas.microsoft.com/office/drawing/2014/main" id="{8B4F5B37-0371-48FB-8533-2513A5E73151}"/>
                </a:ext>
              </a:extLst>
            </p:cNvPr>
            <p:cNvSpPr/>
            <p:nvPr/>
          </p:nvSpPr>
          <p:spPr>
            <a:xfrm>
              <a:off x="3259919" y="709497"/>
              <a:ext cx="144016" cy="144016"/>
            </a:xfrm>
            <a:prstGeom prst="ellipse">
              <a:avLst/>
            </a:prstGeom>
            <a:solidFill>
              <a:srgbClr val="FF6600"/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74" name="正方形/長方形 73">
              <a:extLst>
                <a:ext uri="{FF2B5EF4-FFF2-40B4-BE49-F238E27FC236}">
                  <a16:creationId xmlns:a16="http://schemas.microsoft.com/office/drawing/2014/main" id="{B69B18DA-9782-4AFD-957E-E459955A69D1}"/>
                </a:ext>
              </a:extLst>
            </p:cNvPr>
            <p:cNvSpPr/>
            <p:nvPr/>
          </p:nvSpPr>
          <p:spPr>
            <a:xfrm>
              <a:off x="3332575" y="645375"/>
              <a:ext cx="1800687" cy="249804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室温（</a:t>
              </a:r>
              <a:r>
                <a:rPr lang="en-US" altLang="ja-JP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TRH20</a:t>
              </a:r>
              <a:r>
                <a:rPr kumimoji="1" lang="en-US" altLang="ja-JP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) </a:t>
              </a:r>
              <a:r>
                <a:rPr kumimoji="1"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センサ無し</a:t>
              </a:r>
            </a:p>
          </p:txBody>
        </p:sp>
        <p:sp>
          <p:nvSpPr>
            <p:cNvPr id="77" name="正方形/長方形 76">
              <a:extLst>
                <a:ext uri="{FF2B5EF4-FFF2-40B4-BE49-F238E27FC236}">
                  <a16:creationId xmlns:a16="http://schemas.microsoft.com/office/drawing/2014/main" id="{26BE56A8-669F-4B73-B31A-58A7A0622AF2}"/>
                </a:ext>
              </a:extLst>
            </p:cNvPr>
            <p:cNvSpPr/>
            <p:nvPr/>
          </p:nvSpPr>
          <p:spPr>
            <a:xfrm>
              <a:off x="272480" y="611971"/>
              <a:ext cx="4998736" cy="35031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aphicFrame>
        <p:nvGraphicFramePr>
          <p:cNvPr id="78" name="表 77">
            <a:extLst>
              <a:ext uri="{FF2B5EF4-FFF2-40B4-BE49-F238E27FC236}">
                <a16:creationId xmlns:a16="http://schemas.microsoft.com/office/drawing/2014/main" id="{A194D850-91A9-4F0F-830D-FA8E2123E9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7763882"/>
              </p:ext>
            </p:extLst>
          </p:nvPr>
        </p:nvGraphicFramePr>
        <p:xfrm>
          <a:off x="7436007" y="2571767"/>
          <a:ext cx="2016081" cy="85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1422">
                  <a:extLst>
                    <a:ext uri="{9D8B030D-6E8A-4147-A177-3AD203B41FA5}">
                      <a16:colId xmlns:a16="http://schemas.microsoft.com/office/drawing/2014/main" val="3328826263"/>
                    </a:ext>
                  </a:extLst>
                </a:gridCol>
                <a:gridCol w="429207">
                  <a:extLst>
                    <a:ext uri="{9D8B030D-6E8A-4147-A177-3AD203B41FA5}">
                      <a16:colId xmlns:a16="http://schemas.microsoft.com/office/drawing/2014/main" val="1527986668"/>
                    </a:ext>
                  </a:extLst>
                </a:gridCol>
                <a:gridCol w="1045452">
                  <a:extLst>
                    <a:ext uri="{9D8B030D-6E8A-4147-A177-3AD203B41FA5}">
                      <a16:colId xmlns:a16="http://schemas.microsoft.com/office/drawing/2014/main" val="509892604"/>
                    </a:ext>
                  </a:extLst>
                </a:gridCol>
              </a:tblGrid>
              <a:tr h="158764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機器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台数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7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センサ本数（延長数）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008665"/>
                  </a:ext>
                </a:extLst>
              </a:tr>
              <a:tr h="15876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IG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601371"/>
                  </a:ext>
                </a:extLst>
              </a:tr>
              <a:tr h="15876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UNIV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8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10(1)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435022"/>
                  </a:ext>
                </a:extLst>
              </a:tr>
              <a:tr h="15876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TRH20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8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289582"/>
                  </a:ext>
                </a:extLst>
              </a:tr>
            </a:tbl>
          </a:graphicData>
        </a:graphic>
      </p:graphicFrame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E5013BBA-72CC-4802-9FC4-6F4D492760FC}"/>
              </a:ext>
            </a:extLst>
          </p:cNvPr>
          <p:cNvSpPr/>
          <p:nvPr/>
        </p:nvSpPr>
        <p:spPr>
          <a:xfrm>
            <a:off x="7505907" y="1899413"/>
            <a:ext cx="384938" cy="3600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700" dirty="0">
                <a:latin typeface="Meiryo UI" panose="020B0604030504040204" pitchFamily="50" charset="-128"/>
                <a:ea typeface="Meiryo UI" panose="020B0604030504040204" pitchFamily="50" charset="-128"/>
              </a:rPr>
              <a:t>+37</a:t>
            </a:r>
            <a:endParaRPr kumimoji="1" lang="ja-JP" altLang="en-US" sz="7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3" name="フリーフォーム: 図形 82">
            <a:extLst>
              <a:ext uri="{FF2B5EF4-FFF2-40B4-BE49-F238E27FC236}">
                <a16:creationId xmlns:a16="http://schemas.microsoft.com/office/drawing/2014/main" id="{2228D957-76BD-471F-A515-2F8102D54D70}"/>
              </a:ext>
            </a:extLst>
          </p:cNvPr>
          <p:cNvSpPr/>
          <p:nvPr/>
        </p:nvSpPr>
        <p:spPr>
          <a:xfrm>
            <a:off x="7549213" y="1829699"/>
            <a:ext cx="209550" cy="128943"/>
          </a:xfrm>
          <a:custGeom>
            <a:avLst/>
            <a:gdLst>
              <a:gd name="connsiteX0" fmla="*/ 209550 w 209550"/>
              <a:gd name="connsiteY0" fmla="*/ 5118 h 128943"/>
              <a:gd name="connsiteX1" fmla="*/ 114300 w 209550"/>
              <a:gd name="connsiteY1" fmla="*/ 14643 h 128943"/>
              <a:gd name="connsiteX2" fmla="*/ 0 w 209550"/>
              <a:gd name="connsiteY2" fmla="*/ 128943 h 128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9550" h="128943">
                <a:moveTo>
                  <a:pt x="209550" y="5118"/>
                </a:moveTo>
                <a:cubicBezTo>
                  <a:pt x="179387" y="-439"/>
                  <a:pt x="149225" y="-5995"/>
                  <a:pt x="114300" y="14643"/>
                </a:cubicBezTo>
                <a:cubicBezTo>
                  <a:pt x="79375" y="35281"/>
                  <a:pt x="39687" y="82112"/>
                  <a:pt x="0" y="128943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4" name="楕円 83">
            <a:extLst>
              <a:ext uri="{FF2B5EF4-FFF2-40B4-BE49-F238E27FC236}">
                <a16:creationId xmlns:a16="http://schemas.microsoft.com/office/drawing/2014/main" id="{7B53E89B-6C90-4F1A-9B5E-EBCE651A867C}"/>
              </a:ext>
            </a:extLst>
          </p:cNvPr>
          <p:cNvSpPr/>
          <p:nvPr/>
        </p:nvSpPr>
        <p:spPr>
          <a:xfrm>
            <a:off x="7692088" y="1734692"/>
            <a:ext cx="144016" cy="144016"/>
          </a:xfrm>
          <a:prstGeom prst="ellipse">
            <a:avLst/>
          </a:prstGeom>
          <a:solidFill>
            <a:srgbClr val="3333FF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A7394079-C424-49AE-9637-BF54B7F6E8E1}"/>
              </a:ext>
            </a:extLst>
          </p:cNvPr>
          <p:cNvSpPr/>
          <p:nvPr/>
        </p:nvSpPr>
        <p:spPr>
          <a:xfrm flipH="1">
            <a:off x="3500707" y="5491593"/>
            <a:ext cx="713372" cy="5447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＋４</a:t>
            </a:r>
            <a:endParaRPr kumimoji="1" lang="en-US" altLang="ja-JP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（室内）</a:t>
            </a:r>
            <a:endParaRPr kumimoji="1" lang="ja-JP" altLang="en-US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7" name="吹き出し: 四角形 86">
            <a:extLst>
              <a:ext uri="{FF2B5EF4-FFF2-40B4-BE49-F238E27FC236}">
                <a16:creationId xmlns:a16="http://schemas.microsoft.com/office/drawing/2014/main" id="{1343E602-EDE8-498A-918F-B2250C1633A0}"/>
              </a:ext>
            </a:extLst>
          </p:cNvPr>
          <p:cNvSpPr/>
          <p:nvPr/>
        </p:nvSpPr>
        <p:spPr>
          <a:xfrm>
            <a:off x="3987587" y="2678170"/>
            <a:ext cx="1217330" cy="262594"/>
          </a:xfrm>
          <a:prstGeom prst="wedgeRectCallout">
            <a:avLst>
              <a:gd name="adj1" fmla="val -50699"/>
              <a:gd name="adj2" fmla="val 103822"/>
            </a:avLst>
          </a:prstGeom>
          <a:solidFill>
            <a:srgbClr val="FFFFFF"/>
          </a:solidFill>
          <a:ln w="6350"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7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低温室に対応する為、</a:t>
            </a:r>
            <a:endParaRPr lang="en-US" altLang="ja-JP" sz="700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7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必ずここに設置の事！</a:t>
            </a:r>
            <a:endParaRPr kumimoji="1" lang="ja-JP" altLang="en-US" sz="700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29368126-98B9-4C8C-9BD9-F5D5B81FC3CF}"/>
              </a:ext>
            </a:extLst>
          </p:cNvPr>
          <p:cNvSpPr/>
          <p:nvPr/>
        </p:nvSpPr>
        <p:spPr>
          <a:xfrm>
            <a:off x="7101221" y="622898"/>
            <a:ext cx="1531669" cy="53600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8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LAN</a:t>
            </a:r>
            <a:r>
              <a:rPr lang="ja-JP" altLang="en-US" sz="18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必要</a:t>
            </a:r>
            <a:endParaRPr kumimoji="1" lang="en-US" altLang="ja-JP" sz="1800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18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（２ポート）</a:t>
            </a:r>
            <a:endParaRPr kumimoji="1" lang="en-US" altLang="ja-JP" sz="1800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1AA81568-97B0-487E-9FE4-46221BDECE5D}"/>
              </a:ext>
            </a:extLst>
          </p:cNvPr>
          <p:cNvSpPr/>
          <p:nvPr/>
        </p:nvSpPr>
        <p:spPr>
          <a:xfrm>
            <a:off x="8664421" y="842895"/>
            <a:ext cx="1104581" cy="339965"/>
          </a:xfrm>
          <a:prstGeom prst="rect">
            <a:avLst/>
          </a:prstGeom>
          <a:ln w="63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05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ja-JP" altLang="en-US" sz="105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既存</a:t>
            </a:r>
            <a:r>
              <a:rPr kumimoji="1" lang="en-US" altLang="ja-JP" sz="105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LAN</a:t>
            </a:r>
            <a:r>
              <a:rPr kumimoji="1" lang="ja-JP" altLang="en-US" sz="105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あり</a:t>
            </a:r>
            <a:endParaRPr kumimoji="1" lang="en-US" altLang="ja-JP" sz="105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68969500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0E7F8C-B4EB-4E9E-9047-AD4A85A14216}" type="slidenum">
              <a:rPr lang="ja-JP" altLang="en-US" smtClean="0"/>
              <a:pPr/>
              <a:t>10</a:t>
            </a:fld>
            <a:endParaRPr lang="ja-JP" altLang="en-US" dirty="0"/>
          </a:p>
        </p:txBody>
      </p:sp>
      <p:sp>
        <p:nvSpPr>
          <p:cNvPr id="7" name="正方形/長方形 6"/>
          <p:cNvSpPr/>
          <p:nvPr/>
        </p:nvSpPr>
        <p:spPr>
          <a:xfrm>
            <a:off x="0" y="13127"/>
            <a:ext cx="9906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/>
            <a:r>
              <a:rPr lang="en-US" altLang="ja-JP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LabAlert</a:t>
            </a:r>
            <a:r>
              <a:rPr lang="ja-JP" altLang="en-US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機器　台数</a:t>
            </a:r>
            <a:endParaRPr lang="en-US" altLang="ja-JP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graphicFrame>
        <p:nvGraphicFramePr>
          <p:cNvPr id="26" name="表 25">
            <a:extLst>
              <a:ext uri="{FF2B5EF4-FFF2-40B4-BE49-F238E27FC236}">
                <a16:creationId xmlns:a16="http://schemas.microsoft.com/office/drawing/2014/main" id="{61835F9A-B5FC-4B25-83A4-38D99BFFF3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761333"/>
              </p:ext>
            </p:extLst>
          </p:nvPr>
        </p:nvGraphicFramePr>
        <p:xfrm>
          <a:off x="344488" y="980728"/>
          <a:ext cx="8928992" cy="48245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5360">
                  <a:extLst>
                    <a:ext uri="{9D8B030D-6E8A-4147-A177-3AD203B41FA5}">
                      <a16:colId xmlns:a16="http://schemas.microsoft.com/office/drawing/2014/main" val="4023635386"/>
                    </a:ext>
                  </a:extLst>
                </a:gridCol>
                <a:gridCol w="3009056">
                  <a:extLst>
                    <a:ext uri="{9D8B030D-6E8A-4147-A177-3AD203B41FA5}">
                      <a16:colId xmlns:a16="http://schemas.microsoft.com/office/drawing/2014/main" val="1231247487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786523158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1158032929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202826729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3620838029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50709952"/>
                    </a:ext>
                  </a:extLst>
                </a:gridCol>
              </a:tblGrid>
              <a:tr h="6307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部　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親機</a:t>
                      </a:r>
                      <a:endParaRPr kumimoji="1" lang="en-US" altLang="ja-JP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室温</a:t>
                      </a:r>
                      <a:endParaRPr kumimoji="1" lang="en-US" altLang="ja-JP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子機</a:t>
                      </a:r>
                      <a:endParaRPr kumimoji="1" lang="en-US" altLang="ja-JP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センサ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センサー</a:t>
                      </a:r>
                      <a:endParaRPr kumimoji="1" lang="en-US" altLang="ja-JP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ctr"/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延長数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982211"/>
                  </a:ext>
                </a:extLst>
              </a:tr>
              <a:tr h="4659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フリーザー室　</a:t>
                      </a: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12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22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6497845"/>
                  </a:ext>
                </a:extLst>
              </a:tr>
              <a:tr h="4659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特別実験室　</a:t>
                      </a:r>
                      <a:r>
                        <a:rPr kumimoji="1" lang="en-US" altLang="zh-TW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3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7373342"/>
                  </a:ext>
                </a:extLst>
              </a:tr>
              <a:tr h="4659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実験室　</a:t>
                      </a: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8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13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59550"/>
                  </a:ext>
                </a:extLst>
              </a:tr>
              <a:tr h="4659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実験室　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213 / 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低温室 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204</a:t>
                      </a:r>
                      <a:endParaRPr lang="en-US" altLang="ja-JP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7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11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9487782"/>
                  </a:ext>
                </a:extLst>
              </a:tr>
              <a:tr h="4659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細胞培養室　</a:t>
                      </a:r>
                      <a:r>
                        <a:rPr kumimoji="1" lang="en-US" altLang="zh-TW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6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6236922"/>
                  </a:ext>
                </a:extLst>
              </a:tr>
              <a:tr h="4659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微生物実験室　</a:t>
                      </a: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303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3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9409804"/>
                  </a:ext>
                </a:extLst>
              </a:tr>
              <a:tr h="4659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フリーザー室　</a:t>
                      </a: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307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19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6246752"/>
                  </a:ext>
                </a:extLst>
              </a:tr>
              <a:tr h="4659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8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実験室　</a:t>
                      </a:r>
                      <a:r>
                        <a:rPr kumimoji="1" lang="en-US" altLang="zh-CN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316 / </a:t>
                      </a:r>
                      <a:r>
                        <a:rPr kumimoji="1" lang="zh-CN" altLang="en-US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低温室</a:t>
                      </a:r>
                      <a:r>
                        <a:rPr kumimoji="1" lang="en-US" altLang="zh-CN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304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-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8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0717291"/>
                  </a:ext>
                </a:extLst>
              </a:tr>
              <a:tr h="4659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合計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12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7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54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89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12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2518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8904741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/>
          <p:cNvSpPr/>
          <p:nvPr/>
        </p:nvSpPr>
        <p:spPr>
          <a:xfrm>
            <a:off x="0" y="13127"/>
            <a:ext cx="9906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/>
            <a:r>
              <a:rPr lang="ja-JP" altLang="en-US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注意事項・ご発注前の確認</a:t>
            </a:r>
            <a:endParaRPr lang="en-US" altLang="ja-JP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7602F46-5065-4AC0-9775-2BC2F86336D6}"/>
              </a:ext>
            </a:extLst>
          </p:cNvPr>
          <p:cNvSpPr/>
          <p:nvPr/>
        </p:nvSpPr>
        <p:spPr>
          <a:xfrm>
            <a:off x="344488" y="764704"/>
            <a:ext cx="9217024" cy="554461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ja-JP" sz="1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【</a:t>
            </a:r>
            <a:r>
              <a:rPr lang="ja-JP" altLang="en-US" sz="1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注意事項</a:t>
            </a:r>
            <a:r>
              <a:rPr lang="en-US" altLang="ja-JP" sz="1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】</a:t>
            </a:r>
            <a:endParaRPr kumimoji="1" lang="en-US" altLang="ja-JP" sz="18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endParaRPr lang="en-US" altLang="ja-JP" sz="18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1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・親機、子機の配置は基本的に図面の通りとさせて頂きます（最終現場確認時に微調整致します）</a:t>
            </a:r>
            <a:endParaRPr lang="en-US" altLang="ja-JP" sz="18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1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・親機の付近には、</a:t>
            </a:r>
            <a:r>
              <a:rPr lang="en-US" altLang="ja-JP" sz="1800" u="sng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LAN</a:t>
            </a:r>
            <a:r>
              <a:rPr lang="ja-JP" altLang="en-US" sz="1800" u="sng" dirty="0" err="1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、</a:t>
            </a:r>
            <a:r>
              <a:rPr lang="ja-JP" altLang="en-US" sz="1800" u="sng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電源</a:t>
            </a:r>
            <a:r>
              <a:rPr lang="en-US" altLang="ja-JP" sz="1800" u="sng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(100V)</a:t>
            </a:r>
            <a:r>
              <a:rPr lang="ja-JP" altLang="en-US" sz="1800" u="sng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各１口</a:t>
            </a:r>
            <a:r>
              <a:rPr lang="ja-JP" altLang="en-US" sz="1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が、必要となりますので、ご準備願います。</a:t>
            </a:r>
            <a:endParaRPr lang="en-US" altLang="ja-JP" sz="18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1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・センサー取り付け時には、予めお客様にて</a:t>
            </a:r>
            <a:r>
              <a:rPr lang="ja-JP" altLang="en-US" sz="1800" u="sng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庫内を常温に戻して頂き、センサー取り付け作業が</a:t>
            </a:r>
            <a:endParaRPr lang="en-US" altLang="ja-JP" sz="1800" u="sng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1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</a:t>
            </a:r>
            <a:r>
              <a:rPr lang="ja-JP" altLang="en-US" sz="1800" u="sng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可能である状態にして頂く事が、必要となります。</a:t>
            </a:r>
            <a:endParaRPr lang="en-US" altLang="ja-JP" sz="1800" u="sng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1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・センサー挿入口が無い機器は、扉やドアの隙間から庫内に取り付けさせて頂きます。</a:t>
            </a:r>
            <a:endParaRPr lang="en-US" altLang="ja-JP" sz="18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1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・設置作業時には、お客様の</a:t>
            </a:r>
            <a:r>
              <a:rPr lang="en-US" altLang="ja-JP" sz="1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LAN</a:t>
            </a:r>
            <a:r>
              <a:rPr lang="ja-JP" altLang="en-US" sz="1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環境内から親機にアクセスする必要がある為、</a:t>
            </a:r>
            <a:endParaRPr lang="en-US" altLang="ja-JP" sz="18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1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</a:t>
            </a:r>
            <a:r>
              <a:rPr lang="ja-JP" altLang="en-US" sz="1800" u="sng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インターネット</a:t>
            </a:r>
            <a:r>
              <a:rPr lang="en-US" altLang="ja-JP" sz="1800" u="sng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LAN</a:t>
            </a:r>
            <a:r>
              <a:rPr lang="ja-JP" altLang="en-US" sz="1800" u="sng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に接続可能な、お客様の</a:t>
            </a:r>
            <a:r>
              <a:rPr lang="en-US" altLang="ja-JP" sz="1800" u="sng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PC</a:t>
            </a:r>
            <a:r>
              <a:rPr lang="ja-JP" altLang="en-US" sz="1800" u="sng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（１台）</a:t>
            </a:r>
            <a:r>
              <a:rPr lang="ja-JP" altLang="en-US" sz="1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が必要となりますのでご準備願います。</a:t>
            </a:r>
            <a:endParaRPr lang="en-US" altLang="ja-JP" sz="18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1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・見積もり</a:t>
            </a:r>
            <a:r>
              <a:rPr lang="ja-JP" altLang="en-US" sz="1800" u="sng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有効期限は３カ月</a:t>
            </a:r>
            <a:r>
              <a:rPr lang="ja-JP" altLang="en-US" sz="1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とさせて頂きます。　</a:t>
            </a:r>
          </a:p>
          <a:p>
            <a:endParaRPr lang="en-US" altLang="ja-JP" sz="18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endParaRPr lang="en-US" altLang="ja-JP" sz="18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en-US" altLang="ja-JP" sz="1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【</a:t>
            </a:r>
            <a:r>
              <a:rPr lang="ja-JP" altLang="en-US" sz="1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ご発注前の確認</a:t>
            </a:r>
            <a:r>
              <a:rPr lang="en-US" altLang="ja-JP" sz="1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】</a:t>
            </a:r>
          </a:p>
          <a:p>
            <a:endParaRPr lang="en-US" altLang="ja-JP" sz="18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1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・ご発注前に、電源や機器の</a:t>
            </a:r>
            <a:r>
              <a:rPr lang="ja-JP" altLang="en-US" sz="1800" u="sng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最終レイアウトを確認する為、現場確認</a:t>
            </a:r>
            <a:r>
              <a:rPr lang="ja-JP" altLang="en-US" sz="1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をさせて頂きます。</a:t>
            </a:r>
            <a:endParaRPr lang="en-US" altLang="ja-JP" sz="18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1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結果次第で、機器の構成が変わり、見積もりが変動する可能性もございます事、ご了承願います。</a:t>
            </a:r>
            <a:endParaRPr lang="en-US" altLang="ja-JP" sz="18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endParaRPr lang="en-US" altLang="ja-JP" sz="18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sz="1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・その他、</a:t>
            </a:r>
            <a:r>
              <a:rPr lang="ja-JP" altLang="en-US" sz="1800" u="sng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「お客様確認シート」</a:t>
            </a:r>
            <a:r>
              <a:rPr lang="ja-JP" altLang="en-US" sz="1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に、必要事項を、ご記入の上、ご発注願います。</a:t>
            </a:r>
            <a:endParaRPr kumimoji="1" lang="en-US" altLang="ja-JP" sz="16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40213610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inside_blue14">
  <a:themeElements>
    <a:clrScheme name="inside_blue14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inside_blue14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inside_blue14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side_blue14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side_blue14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side_blue14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side_blue14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side_blue14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side_blue14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side_blue14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side_blue14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side_blue14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side_blue14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side_blue14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MacHDD1TB:Applications:Microsoft Office 2004:テンプレート:個人用テンプレート:inside_blue14.pot</Template>
  <TotalTime>17728</TotalTime>
  <Words>785</Words>
  <Application>Microsoft Office PowerPoint</Application>
  <PresentationFormat>A4 210 x 297 mm</PresentationFormat>
  <Paragraphs>387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5" baseType="lpstr">
      <vt:lpstr>Meiryo UI</vt:lpstr>
      <vt:lpstr>Arial</vt:lpstr>
      <vt:lpstr>Calibri</vt:lpstr>
      <vt:lpstr>inside_blue14</vt:lpstr>
      <vt:lpstr>　　 ＬＳＩメディエンス（株）　様 診断薬　Ｒ＆Ｄセンター （LabAlert 検討案） （Ver1.0） 　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益田 淳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益田 淳</dc:creator>
  <cp:lastModifiedBy>勲 宇田川</cp:lastModifiedBy>
  <cp:revision>1646</cp:revision>
  <cp:lastPrinted>2020-02-03T06:56:24Z</cp:lastPrinted>
  <dcterms:created xsi:type="dcterms:W3CDTF">2013-03-18T13:13:08Z</dcterms:created>
  <dcterms:modified xsi:type="dcterms:W3CDTF">2022-01-13T01:49:17Z</dcterms:modified>
</cp:coreProperties>
</file>